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Instructor Pub10_Ed22B_Updated Files/Pub 10_Ed 2_(1-10)/Gram_1 Endor/Analysis Sheet.docx" TargetMode="External"/><Relationship Id="rId3" Type="http://schemas.openxmlformats.org/officeDocument/2006/relationships/hyperlink" Target="Instructor Pub10_Ed22B_Updated Files/Pub 10_Ed 2_(1-10)/Gram_1 Endor/Lofar 1 I.glc" TargetMode="External"/><Relationship Id="rId4" Type="http://schemas.openxmlformats.org/officeDocument/2006/relationships/hyperlink" Target="Instructor Pub10_Ed22B_Updated Files/Pub 10_Ed 2_(1-10)/Gram_1 Endor/Lofar 2 Loop 1.glc" TargetMode="External"/><Relationship Id="rId5" Type="http://schemas.openxmlformats.org/officeDocument/2006/relationships/hyperlink" Target="Instructor Pub10_Ed22B_Updated Files/Pub 10_Ed 2_(1-10)/Gram_1 Endor/Lofar 3.glc" TargetMode="External"/><Relationship Id="rId6" Type="http://schemas.openxmlformats.org/officeDocument/2006/relationships/hyperlink" Target="Instructor Pub10_Ed22B_Updated Files/Pub 10_Ed 2_(1-10)/Gram_2/Analysis.png" TargetMode="External"/><Relationship Id="rId7" Type="http://schemas.openxmlformats.org/officeDocument/2006/relationships/hyperlink" Target="Instructor Pub10_Ed22B_Updated Files/Pub 10_Ed 2_(1-10)/Gram_2/Lofar 1_b.glc" TargetMode="External"/><Relationship Id="rId8" Type="http://schemas.openxmlformats.org/officeDocument/2006/relationships/hyperlink" Target="Instructor Pub10_Ed22B_Updated Files/Pub 10_Ed 2_(1-10)/Gram_2/Lofar 2.glc" TargetMode="External"/><Relationship Id="rId9" Type="http://schemas.openxmlformats.org/officeDocument/2006/relationships/hyperlink" Target="Instructor Pub10_Ed22B_Updated Files/Pub 10_Ed 2_(1-10)/Gram_3/Analysis.png" TargetMode="External"/><Relationship Id="rId10" Type="http://schemas.openxmlformats.org/officeDocument/2006/relationships/hyperlink" Target="Instructor Pub10_Ed22B_Updated Files/Pub 10_Ed 2_(1-10)/Gram_3/Lofar 1 Loop 1.glc" TargetMode="External"/><Relationship Id="rId11" Type="http://schemas.openxmlformats.org/officeDocument/2006/relationships/hyperlink" Target="Instructor Pub10_Ed22B_Updated Files/Pub 10_Ed 2_(1-10)/Gram_3/Lofar 2 I.glc" TargetMode="External"/><Relationship Id="rId12" Type="http://schemas.openxmlformats.org/officeDocument/2006/relationships/hyperlink" Target="Instructor Pub10_Ed22B_Updated Files/Pub 10_Ed 2_(1-10)/Gram_3/Lofar 3_a.glc" TargetMode="External"/><Relationship Id="rId13" Type="http://schemas.openxmlformats.org/officeDocument/2006/relationships/hyperlink" Target="Instructor Pub10_Ed22B_Updated Files/Pub 10_Ed 2_(1-10)/Gram_6 Dank/Analysis.png" TargetMode="External"/><Relationship Id="rId14" Type="http://schemas.openxmlformats.org/officeDocument/2006/relationships/hyperlink" Target="Instructor Pub10_Ed22B_Updated Files/Pub 10_Ed 2_(1-10)/Gram_6 Dank/Lofar 1_a.glc" TargetMode="External"/><Relationship Id="rId15" Type="http://schemas.openxmlformats.org/officeDocument/2006/relationships/hyperlink" Target="Instructor Pub10_Ed22B_Updated Files/Pub 10_Ed 2_(1-10)/Gram_6 Dank/Lofar 2 Loop 1.glc" TargetMode="External"/><Relationship Id="rId16" Type="http://schemas.openxmlformats.org/officeDocument/2006/relationships/hyperlink" Target="Instructor Pub10_Ed22B_Updated Files/Pub 10_Ed 2_(1-10)/Gram_6 Dank/Lofar 3 ABC.glc" TargetMode="External"/><Relationship Id="rId17" Type="http://schemas.openxmlformats.org/officeDocument/2006/relationships/hyperlink" Target="Instructor Pub10_Ed22B_Updated Files/Pub 10_Ed 2_(1-10)/Gram_7 Cardassia/Analysis.png" TargetMode="External"/><Relationship Id="rId18" Type="http://schemas.openxmlformats.org/officeDocument/2006/relationships/hyperlink" Target="Instructor Pub10_Ed22B_Updated Files/Pub 10_Ed 2_(1-10)/Gram_7 Cardassia/Lofar 1_b.glc" TargetMode="External"/><Relationship Id="rId19" Type="http://schemas.openxmlformats.org/officeDocument/2006/relationships/hyperlink" Target="Instructor Pub10_Ed22B_Updated Files/Pub 10_Ed 2_(1-10)/Gram_7 Cardassia/Lofar 2 ABC.glc" TargetMode="External"/><Relationship Id="rId20" Type="http://schemas.openxmlformats.org/officeDocument/2006/relationships/hyperlink" Target="Instructor Pub10_Ed22B_Updated Files/Pub 10_Ed 2_(1-10)/Gram_7 Cardassia/Lofar 3 Loop 2.glc" TargetMode="External"/><Relationship Id="rId21" Type="http://schemas.openxmlformats.org/officeDocument/2006/relationships/hyperlink" Target="Instructor Pub10_Ed22B_Updated Files/Pub 10_Ed 2_(1-10)/Gram_7 Cardassia/Lofar 4_b.glc" TargetMode="External"/><Relationship Id="rId22" Type="http://schemas.openxmlformats.org/officeDocument/2006/relationships/hyperlink" Target="Instructor Pub10_Ed22B_Updated Files/Pub 10_Ed 2_(1-10)/Gram_9/Analysis.png" TargetMode="External"/><Relationship Id="rId23" Type="http://schemas.openxmlformats.org/officeDocument/2006/relationships/hyperlink" Target="Instructor Pub10_Ed22B_Updated Files/Pub 10_Ed 2_(1-10)/Gram_9/Lofar 1 Loop 1.glc" TargetMode="External"/><Relationship Id="rId24" Type="http://schemas.openxmlformats.org/officeDocument/2006/relationships/hyperlink" Target="Instructor Pub10_Ed22B_Updated Files/Pub 10_Ed 2_(1-10)/Gram_9/Lofar 2 Loop 1.glc" TargetMode="External"/><Relationship Id="rId25" Type="http://schemas.openxmlformats.org/officeDocument/2006/relationships/hyperlink" Target="Instructor Pub10_Ed22B_Updated Files/Pub 10_Ed 2_(1-10)/Gram_10/Analysis Sheet.docx" TargetMode="External"/><Relationship Id="rId26" Type="http://schemas.openxmlformats.org/officeDocument/2006/relationships/hyperlink" Target="Instructor Pub10_Ed22B_Updated Files/Pub 10_Ed 2_(1-10)/Gram_10/Lofar 1 Loop 2.glc" TargetMode="External"/><Relationship Id="rId27" Type="http://schemas.openxmlformats.org/officeDocument/2006/relationships/hyperlink" Target="Instructor Pub10_Ed22B_Updated Files/Pub 10_Ed 2_(11-20)/Gram_11/Analysis.png" TargetMode="External"/><Relationship Id="rId28" Type="http://schemas.openxmlformats.org/officeDocument/2006/relationships/hyperlink" Target="Instructor Pub10_Ed22B_Updated Files/Pub 10_Ed 2_(11-20)/Gram_11/Lofar 1 Loop 2.glc" TargetMode="External"/><Relationship Id="rId29" Type="http://schemas.openxmlformats.org/officeDocument/2006/relationships/hyperlink" Target="Instructor Pub10_Ed22B_Updated Files/Pub 10_Ed 2_(11-20)/Gram_11/Lofar 2_b.glc" TargetMode="External"/><Relationship Id="rId30" Type="http://schemas.openxmlformats.org/officeDocument/2006/relationships/hyperlink" Target="Instructor Pub10_Ed22B_Updated Files/Pub 10_Ed 2_(11-20)/Gram_11/Lofar 3 I.glc" TargetMode="External"/><Relationship Id="rId31" Type="http://schemas.openxmlformats.org/officeDocument/2006/relationships/hyperlink" Target="Instructor Pub10_Ed22B_Updated Files/Pub 10_Ed 2_(11-20)/Gram_11/Lofar 4.glc" TargetMode="External"/><Relationship Id="rId32" Type="http://schemas.openxmlformats.org/officeDocument/2006/relationships/hyperlink" Target="Instructor Pub10_Ed22B_Updated Files/Pub 10_Ed 2_(11-20)/Gram_13 Bajor/Analysis Sheet.docx" TargetMode="External"/><Relationship Id="rId33" Type="http://schemas.openxmlformats.org/officeDocument/2006/relationships/hyperlink" Target="Instructor Pub10_Ed22B_Updated Files/Pub 10_Ed 2_(11-20)/Gram_13 Bajor/Lofar 1 Loop 1.glc" TargetMode="External"/><Relationship Id="rId34" Type="http://schemas.openxmlformats.org/officeDocument/2006/relationships/hyperlink" Target="Instructor Pub10_Ed22B_Updated Files/Pub 10_Ed 2_(11-20)/Gram_14/Analysis Sheet.docx" TargetMode="External"/><Relationship Id="rId35" Type="http://schemas.openxmlformats.org/officeDocument/2006/relationships/hyperlink" Target="Instructor Pub10_Ed22B_Updated Files/Pub 10_Ed 2_(11-20)/Gram_14/Lofar 1_a.glc" TargetMode="External"/><Relationship Id="rId36" Type="http://schemas.openxmlformats.org/officeDocument/2006/relationships/hyperlink" Target="Instructor Pub10_Ed22B_Updated Files/Pub 10_Ed 2_(11-20)/Gram_14/Lofar 2 Loop 1.glc" TargetMode="External"/><Relationship Id="rId37" Type="http://schemas.openxmlformats.org/officeDocument/2006/relationships/hyperlink" Target="Instructor Pub10_Ed22B_Updated Files/Pub 10_Ed 2_(11-20)/Gram_14/Lofar 3.glc" TargetMode="External"/><Relationship Id="rId38" Type="http://schemas.openxmlformats.org/officeDocument/2006/relationships/hyperlink" Target="Instructor Pub10_Ed22B_Updated Files/Pub 10_Ed 2_(11-20)/Gram_14/Lofar 4 ABC.glc" TargetMode="External"/><Relationship Id="rId39" Type="http://schemas.openxmlformats.org/officeDocument/2006/relationships/hyperlink" Target="Instructor Pub10_Ed22B_Updated Files/Pub 10_Ed 2_(11-20)/Gram_15/Analysis.png" TargetMode="External"/><Relationship Id="rId40" Type="http://schemas.openxmlformats.org/officeDocument/2006/relationships/hyperlink" Target="Instructor Pub10_Ed22B_Updated Files/Pub 10_Ed 2_(11-20)/Gram_15/Lofar 1 I.glc" TargetMode="External"/><Relationship Id="rId41" Type="http://schemas.openxmlformats.org/officeDocument/2006/relationships/hyperlink" Target="Instructor Pub10_Ed22B_Updated Files/Pub 10_Ed 2_(11-20)/Gram_15/Lofar 2 Loop 1.glc" TargetMode="External"/><Relationship Id="rId42" Type="http://schemas.openxmlformats.org/officeDocument/2006/relationships/hyperlink" Target="Instructor Pub10_Ed22B_Updated Files/Pub 10_Ed 2_(11-20)/Gram_15/Lofar 3 ABC.glc" TargetMode="External"/><Relationship Id="rId43" Type="http://schemas.openxmlformats.org/officeDocument/2006/relationships/hyperlink" Target="Instructor Pub10_Ed22B_Updated Files/Pub 10_Ed 2_(11-20)/Gram_15/Lofar 4 Loop 2.glc" TargetMode="External"/><Relationship Id="rId44" Type="http://schemas.openxmlformats.org/officeDocument/2006/relationships/hyperlink" Target="Instructor Pub10_Ed22B_Updated Files/Pub 10_Ed 2_(11-20)/Gram_16/Analysis.png" TargetMode="External"/><Relationship Id="rId45" Type="http://schemas.openxmlformats.org/officeDocument/2006/relationships/hyperlink" Target="Instructor Pub10_Ed22B_Updated Files/Pub 10_Ed 2_(11-20)/Gram_16/Lofar 1_b.glc" TargetMode="External"/><Relationship Id="rId46" Type="http://schemas.openxmlformats.org/officeDocument/2006/relationships/hyperlink" Target="Instructor Pub10_Ed22B_Updated Files/Pub 10_Ed 2_(11-20)/Gram_16/Lofar 2 I.glc" TargetMode="External"/><Relationship Id="rId47" Type="http://schemas.openxmlformats.org/officeDocument/2006/relationships/hyperlink" Target="Instructor Pub10_Ed22B_Updated Files/Pub 10_Ed 2_(11-20)/Gram_17 Vulcan/Analysis.png" TargetMode="External"/><Relationship Id="rId48" Type="http://schemas.openxmlformats.org/officeDocument/2006/relationships/hyperlink" Target="Instructor Pub10_Ed22B_Updated Files/Pub 10_Ed 2_(11-20)/Gram_17 Vulcan/Lofar 1 ABC.glc" TargetMode="External"/><Relationship Id="rId49" Type="http://schemas.openxmlformats.org/officeDocument/2006/relationships/hyperlink" Target="Instructor Pub10_Ed22B_Updated Files/Pub 10_Ed 2_(11-20)/Gram_17 Vulcan/Lofar 2 Loop 2.glc" TargetMode="External"/><Relationship Id="rId50" Type="http://schemas.openxmlformats.org/officeDocument/2006/relationships/hyperlink" Target="Instructor Pub10_Ed22B_Updated Files/Pub 10_Ed 2_(11-20)/Gram_18/Analysis.png" TargetMode="External"/><Relationship Id="rId51" Type="http://schemas.openxmlformats.org/officeDocument/2006/relationships/hyperlink" Target="Instructor Pub10_Ed22B_Updated Files/Pub 10_Ed 2_(11-20)/Gram_18/Lofar 1 Loop 1.glc" TargetMode="External"/><Relationship Id="rId52" Type="http://schemas.openxmlformats.org/officeDocument/2006/relationships/hyperlink" Target="Instructor Pub10_Ed22B_Updated Files/Pub 10_Ed 2_(11-20)/Gram_19 Kronos/Analysis.png" TargetMode="External"/><Relationship Id="rId53" Type="http://schemas.openxmlformats.org/officeDocument/2006/relationships/hyperlink" Target="Instructor Pub10_Ed22B_Updated Files/Pub 10_Ed 2_(11-20)/Gram_19 Kronos/Lofar 1 I.glc" TargetMode="External"/><Relationship Id="rId54" Type="http://schemas.openxmlformats.org/officeDocument/2006/relationships/hyperlink" Target="Instructor Pub10_Ed22B_Updated Files/Pub 10_Ed 2_(11-20)/Gram_19 Kronos/Lofar 2 I.glc" TargetMode="External"/><Relationship Id="rId55" Type="http://schemas.openxmlformats.org/officeDocument/2006/relationships/hyperlink" Target="Instructor Pub10_Ed22B_Updated Files/Pub 10_Ed 2_(11-20)/Gram_19 Kronos/Lofar 3_a.glc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Instructor Pub10_Ed22B_Updated Files/Pub 10_Ed 2_(11-20)/Gram_20 Risa/Analysis.png" TargetMode="External"/><Relationship Id="rId3" Type="http://schemas.openxmlformats.org/officeDocument/2006/relationships/hyperlink" Target="Instructor Pub10_Ed22B_Updated Files/Pub 10_Ed 2_(11-20)/Gram_20 Risa/Lofar 1 I.glc" TargetMode="External"/><Relationship Id="rId4" Type="http://schemas.openxmlformats.org/officeDocument/2006/relationships/hyperlink" Target="Instructor Pub10_Ed22B_Updated Files/Pub 10_Ed 2_(11-20)/Gram_20 Risa/Lofar 2.glc" TargetMode="External"/><Relationship Id="rId5" Type="http://schemas.openxmlformats.org/officeDocument/2006/relationships/hyperlink" Target="Instructor Pub10_Ed22B_Updated Files/Pub 10_Ed 2_(11-20)/Gram_20 Risa/Lofar 3_a.glc" TargetMode="External"/><Relationship Id="rId6" Type="http://schemas.openxmlformats.org/officeDocument/2006/relationships/hyperlink" Target="Instructor Pub10_Ed22B_Updated Files/Pub 10_Ed 2_(21-30)/Gram_21 Dagobah/Analysis Sheet.docx" TargetMode="External"/><Relationship Id="rId7" Type="http://schemas.openxmlformats.org/officeDocument/2006/relationships/hyperlink" Target="Instructor Pub10_Ed22B_Updated Files/Pub 10_Ed 2_(21-30)/Gram_21 Dagobah/Lofar 1_a.glc" TargetMode="External"/><Relationship Id="rId8" Type="http://schemas.openxmlformats.org/officeDocument/2006/relationships/hyperlink" Target="Instructor Pub10_Ed22B_Updated Files/Pub 10_Ed 2_(21-30)/Gram_21 Dagobah/Lofar 2 Loop 1.glc" TargetMode="External"/><Relationship Id="rId9" Type="http://schemas.openxmlformats.org/officeDocument/2006/relationships/hyperlink" Target="Instructor Pub10_Ed22B_Updated Files/Pub 10_Ed 2_(21-30)/Gram_21 Dagobah/Lofar 3 I.glc" TargetMode="External"/><Relationship Id="rId10" Type="http://schemas.openxmlformats.org/officeDocument/2006/relationships/hyperlink" Target="Instructor Pub10_Ed22B_Updated Files/Pub 10_Ed 2_(21-30)/Gram_23 Mustafar/Analysis.png" TargetMode="External"/><Relationship Id="rId11" Type="http://schemas.openxmlformats.org/officeDocument/2006/relationships/hyperlink" Target="Instructor Pub10_Ed22B_Updated Files/Pub 10_Ed 2_(21-30)/Gram_23 Mustafar/Lofar 1 ABC.glc" TargetMode="External"/><Relationship Id="rId12" Type="http://schemas.openxmlformats.org/officeDocument/2006/relationships/hyperlink" Target="Instructor Pub10_Ed22B_Updated Files/Pub 10_Ed 2_(21-30)/Gram_23 Mustafar/Lofar 2 ABC.glc" TargetMode="External"/><Relationship Id="rId13" Type="http://schemas.openxmlformats.org/officeDocument/2006/relationships/hyperlink" Target="Instructor Pub10_Ed22B_Updated Files/Pub 10_Ed 2_(21-30)/Gram_23 Mustafar/Lofar 3 Loop 2.glc" TargetMode="External"/><Relationship Id="rId14" Type="http://schemas.openxmlformats.org/officeDocument/2006/relationships/hyperlink" Target="Instructor Pub10_Ed22B_Updated Files/Pub 10_Ed 2_(21-30)/Gram_24 Coruscant/Analysis Sheet.docx" TargetMode="External"/><Relationship Id="rId15" Type="http://schemas.openxmlformats.org/officeDocument/2006/relationships/hyperlink" Target="Instructor Pub10_Ed22B_Updated Files/Pub 10_Ed 2_(21-30)/Gram_24 Coruscant/Lofar 1 Loop 1.glc" TargetMode="External"/><Relationship Id="rId16" Type="http://schemas.openxmlformats.org/officeDocument/2006/relationships/hyperlink" Target="Instructor Pub10_Ed22B_Updated Files/Pub 10_Ed 2_(21-30)/Gram_24 Coruscant/Lofar 2 Loop 1.glc" TargetMode="External"/><Relationship Id="rId17" Type="http://schemas.openxmlformats.org/officeDocument/2006/relationships/hyperlink" Target="Instructor Pub10_Ed22B_Updated Files/Pub 10_Ed 2_(21-30)/Gram_24 Coruscant/Lofar 3_a.glc" TargetMode="External"/><Relationship Id="rId18" Type="http://schemas.openxmlformats.org/officeDocument/2006/relationships/hyperlink" Target="Instructor Pub10_Ed22B_Updated Files/Pub 10_Ed 2_(21-30)/Gram_25/Analysis.png" TargetMode="External"/><Relationship Id="rId19" Type="http://schemas.openxmlformats.org/officeDocument/2006/relationships/hyperlink" Target="Instructor Pub10_Ed22B_Updated Files/Pub 10_Ed 2_(21-30)/Gram_25/Lofar 1 ABC.glc" TargetMode="External"/><Relationship Id="rId20" Type="http://schemas.openxmlformats.org/officeDocument/2006/relationships/hyperlink" Target="Instructor Pub10_Ed22B_Updated Files/Pub 10_Ed 2_(21-30)/Gram_26/Analysis.png" TargetMode="External"/><Relationship Id="rId21" Type="http://schemas.openxmlformats.org/officeDocument/2006/relationships/hyperlink" Target="Instructor Pub10_Ed22B_Updated Files/Pub 10_Ed 2_(21-30)/Gram_26/Lofar 1.glc" TargetMode="External"/><Relationship Id="rId22" Type="http://schemas.openxmlformats.org/officeDocument/2006/relationships/hyperlink" Target="Instructor Pub10_Ed22B_Updated Files/Pub 10_Ed 2_(21-30)/Gram_26/Lofar 2 ABC.glc" TargetMode="External"/><Relationship Id="rId23" Type="http://schemas.openxmlformats.org/officeDocument/2006/relationships/hyperlink" Target="Instructor Pub10_Ed22B_Updated Files/Pub 10_Ed 2_(21-30)/Gram_27/Analysis Sheet.docx" TargetMode="External"/><Relationship Id="rId24" Type="http://schemas.openxmlformats.org/officeDocument/2006/relationships/hyperlink" Target="Instructor Pub10_Ed22B_Updated Files/Pub 10_Ed 2_(21-30)/Gram_27/Lofar 1_b.glc" TargetMode="External"/><Relationship Id="rId25" Type="http://schemas.openxmlformats.org/officeDocument/2006/relationships/hyperlink" Target="Instructor Pub10_Ed22B_Updated Files/Pub 10_Ed 2_(21-30)/Gram_27/Lofar 2 Loop 2.glc" TargetMode="External"/><Relationship Id="rId26" Type="http://schemas.openxmlformats.org/officeDocument/2006/relationships/hyperlink" Target="Instructor Pub10_Ed22B_Updated Files/Pub 10_Ed 2_(21-30)/Gram_27/Lofar 3.glc" TargetMode="External"/><Relationship Id="rId27" Type="http://schemas.openxmlformats.org/officeDocument/2006/relationships/hyperlink" Target="Instructor Pub10_Ed22B_Updated Files/Pub 10_Ed 2_(21-30)/Gram_28/Analysis Sheet.docx" TargetMode="External"/><Relationship Id="rId28" Type="http://schemas.openxmlformats.org/officeDocument/2006/relationships/hyperlink" Target="Instructor Pub10_Ed22B_Updated Files/Pub 10_Ed 2_(21-30)/Gram_28/Lofar 1.glc" TargetMode="External"/><Relationship Id="rId29" Type="http://schemas.openxmlformats.org/officeDocument/2006/relationships/hyperlink" Target="Instructor Pub10_Ed22B_Updated Files/Pub 10_Ed 2_(21-30)/Gram_28/Lofar 2_b.glc" TargetMode="External"/><Relationship Id="rId30" Type="http://schemas.openxmlformats.org/officeDocument/2006/relationships/hyperlink" Target="Instructor Pub10_Ed22B_Updated Files/Pub 10_Ed 2_(21-30)/Gram_28/Lofar 3_a.glc" TargetMode="External"/><Relationship Id="rId31" Type="http://schemas.openxmlformats.org/officeDocument/2006/relationships/hyperlink" Target="Instructor Pub10_Ed22B_Updated Files/Pub 10_Ed 2_(21-30)/Gram_28/Lofar 4 Loop 2.glc" TargetMode="External"/><Relationship Id="rId32" Type="http://schemas.openxmlformats.org/officeDocument/2006/relationships/hyperlink" Target="Instructor Pub10_Ed22B_Updated Files/Pub 10_Ed 2_(21-30)/Gram_29/Analysis.png" TargetMode="External"/><Relationship Id="rId33" Type="http://schemas.openxmlformats.org/officeDocument/2006/relationships/hyperlink" Target="Instructor Pub10_Ed22B_Updated Files/Pub 10_Ed 2_(21-30)/Gram_29/Lofar 1_b.glc" TargetMode="External"/><Relationship Id="rId34" Type="http://schemas.openxmlformats.org/officeDocument/2006/relationships/hyperlink" Target="Instructor Pub10_Ed22B_Updated Files/Pub 10_Ed 2_(21-30)/Gram_30/Analysis.png" TargetMode="External"/><Relationship Id="rId35" Type="http://schemas.openxmlformats.org/officeDocument/2006/relationships/hyperlink" Target="Instructor Pub10_Ed22B_Updated Files/Pub 10_Ed 2_(21-30)/Gram_30/Lofar 1 Loop 1.glc" TargetMode="External"/><Relationship Id="rId36" Type="http://schemas.openxmlformats.org/officeDocument/2006/relationships/hyperlink" Target="Instructor Pub10_Ed22B_Updated Files/Pub 10_Ed 2_(21-30)/Gram_30/Lofar 2.glc" TargetMode="External"/><Relationship Id="rId37" Type="http://schemas.openxmlformats.org/officeDocument/2006/relationships/hyperlink" Target="Instructor Pub10_Ed22B_Updated Files/Pub 10_Ed 2_(21-30)/Gram_30/Lofar 3 Loop 1.glc" TargetMode="External"/><Relationship Id="rId38" Type="http://schemas.openxmlformats.org/officeDocument/2006/relationships/hyperlink" Target="Instructor Pub10_Ed22B_Updated Files/Pub 10_Ed 2_(21-30)/Gram_30/Lofar 4 ABC.glc" TargetMode="External"/><Relationship Id="rId39" Type="http://schemas.openxmlformats.org/officeDocument/2006/relationships/hyperlink" Target="Instructor Pub10_Ed22B_Updated Files/Pub 10_Ed 2_(31-40)/Gram_31/Analysis.png" TargetMode="External"/><Relationship Id="rId40" Type="http://schemas.openxmlformats.org/officeDocument/2006/relationships/hyperlink" Target="Instructor Pub10_Ed22B_Updated Files/Pub 10_Ed 2_(31-40)/Gram_31/Lofar 1_b.glc" TargetMode="External"/><Relationship Id="rId41" Type="http://schemas.openxmlformats.org/officeDocument/2006/relationships/hyperlink" Target="Instructor Pub10_Ed22B_Updated Files/Pub 10_Ed 2_(31-40)/Gram_32/Analysis.png" TargetMode="External"/><Relationship Id="rId42" Type="http://schemas.openxmlformats.org/officeDocument/2006/relationships/hyperlink" Target="Instructor Pub10_Ed22B_Updated Files/Pub 10_Ed 2_(31-40)/Gram_32/Lofar 1 I.glc" TargetMode="External"/><Relationship Id="rId43" Type="http://schemas.openxmlformats.org/officeDocument/2006/relationships/hyperlink" Target="Instructor Pub10_Ed22B_Updated Files/Pub 10_Ed 2_(31-40)/Gram_32/Lofar 2_b.glc" TargetMode="External"/><Relationship Id="rId44" Type="http://schemas.openxmlformats.org/officeDocument/2006/relationships/hyperlink" Target="Instructor Pub10_Ed22B_Updated Files/Pub 10_Ed 2_(31-40)/Gram_32/Lofar 3.glc" TargetMode="External"/><Relationship Id="rId45" Type="http://schemas.openxmlformats.org/officeDocument/2006/relationships/hyperlink" Target="Instructor Pub10_Ed22B_Updated Files/Pub 10_Ed 2_(31-40)/Gram_33/Analysis Sheet.docx" TargetMode="External"/><Relationship Id="rId46" Type="http://schemas.openxmlformats.org/officeDocument/2006/relationships/hyperlink" Target="Instructor Pub10_Ed22B_Updated Files/Pub 10_Ed 2_(31-40)/Gram_33/Lofar 1.glc" TargetMode="External"/><Relationship Id="rId47" Type="http://schemas.openxmlformats.org/officeDocument/2006/relationships/hyperlink" Target="Instructor Pub10_Ed22B_Updated Files/Pub 10_Ed 2_(31-40)/Gram_33/Lofar 2 Loop 1.glc" TargetMode="External"/><Relationship Id="rId48" Type="http://schemas.openxmlformats.org/officeDocument/2006/relationships/hyperlink" Target="Instructor Pub10_Ed22B_Updated Files/Pub 10_Ed 2_(31-40)/Gram_33/Lofar 3 Loop 2.glc" TargetMode="External"/><Relationship Id="rId49" Type="http://schemas.openxmlformats.org/officeDocument/2006/relationships/hyperlink" Target="Instructor Pub10_Ed22B_Updated Files/Pub 10_Ed 2_(31-40)/Gram_34 Bajor/Analysis Sheet.docx" TargetMode="External"/><Relationship Id="rId50" Type="http://schemas.openxmlformats.org/officeDocument/2006/relationships/hyperlink" Target="Instructor Pub10_Ed22B_Updated Files/Pub 10_Ed 2_(31-40)/Gram_34 Bajor/Lofar 1_a.glc" TargetMode="External"/><Relationship Id="rId51" Type="http://schemas.openxmlformats.org/officeDocument/2006/relationships/hyperlink" Target="Instructor Pub10_Ed22B_Updated Files/Pub 10_Ed 2_(31-40)/Gram_35/Analysis Sheet.docx" TargetMode="External"/><Relationship Id="rId52" Type="http://schemas.openxmlformats.org/officeDocument/2006/relationships/hyperlink" Target="Instructor Pub10_Ed22B_Updated Files/Pub 10_Ed 2_(31-40)/Gram_35/Lofar 1.glc" TargetMode="External"/><Relationship Id="rId53" Type="http://schemas.openxmlformats.org/officeDocument/2006/relationships/hyperlink" Target="Instructor Pub10_Ed22B_Updated Files/Pub 10_Ed 2_(31-40)/Gram_35/Lofar 2.glc" TargetMode="External"/><Relationship Id="rId54" Type="http://schemas.openxmlformats.org/officeDocument/2006/relationships/hyperlink" Target="Instructor Pub10_Ed22B_Updated Files/Pub 10_Ed 2_(31-40)/Gram_35/Lofar 3_b.glc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Instructor Pub10_Ed22B_Updated Files/Pub 10_Ed 2_(31-40)/Gram_37/Analysis.png" TargetMode="External"/><Relationship Id="rId3" Type="http://schemas.openxmlformats.org/officeDocument/2006/relationships/hyperlink" Target="Instructor Pub10_Ed22B_Updated Files/Pub 10_Ed 2_(31-40)/Gram_37/Lofar 1 Loop 2.glc" TargetMode="External"/><Relationship Id="rId4" Type="http://schemas.openxmlformats.org/officeDocument/2006/relationships/hyperlink" Target="Instructor Pub10_Ed22B_Updated Files/Pub 10_Ed 2_(31-40)/Gram_37/Lofar 2 I.glc" TargetMode="External"/><Relationship Id="rId5" Type="http://schemas.openxmlformats.org/officeDocument/2006/relationships/hyperlink" Target="Instructor Pub10_Ed22B_Updated Files/Pub 10_Ed 2_(31-40)/Gram_37/Lofar 3 I.glc" TargetMode="External"/><Relationship Id="rId6" Type="http://schemas.openxmlformats.org/officeDocument/2006/relationships/hyperlink" Target="Instructor Pub10_Ed22B_Updated Files/Pub 10_Ed 2_(31-40)/Gram_39/Analysis.png" TargetMode="External"/><Relationship Id="rId7" Type="http://schemas.openxmlformats.org/officeDocument/2006/relationships/hyperlink" Target="Instructor Pub10_Ed22B_Updated Files/Pub 10_Ed 2_(31-40)/Gram_39/Lofar 1 ABC.glc" TargetMode="External"/><Relationship Id="rId8" Type="http://schemas.openxmlformats.org/officeDocument/2006/relationships/hyperlink" Target="Instructor Pub10_Ed22B_Updated Files/Pub 10_Ed 2_(31-40)/Gram_39/Lofar 2 ABC.glc" TargetMode="External"/><Relationship Id="rId9" Type="http://schemas.openxmlformats.org/officeDocument/2006/relationships/hyperlink" Target="Instructor Pub10_Ed22B_Updated Files/Pub 10_Ed 2_(31-40)/Gram_40/Analysis Sheet.docx" TargetMode="External"/><Relationship Id="rId10" Type="http://schemas.openxmlformats.org/officeDocument/2006/relationships/hyperlink" Target="Instructor Pub10_Ed22B_Updated Files/Pub 10_Ed 2_(31-40)/Gram_40/Lofar 1 ABC.glc" TargetMode="External"/><Relationship Id="rId11" Type="http://schemas.openxmlformats.org/officeDocument/2006/relationships/hyperlink" Target="Instructor Pub10_Ed22B_Updated Files/Pub 10_Ed 2_(31-40)/Gram_40/Lofar 2_b.glc" TargetMode="External"/><Relationship Id="rId12" Type="http://schemas.openxmlformats.org/officeDocument/2006/relationships/hyperlink" Target="Instructor Pub10_Ed22B_Updated Files/Pub 10_Ed 2_(41-50)/Gram_43/Analysis.png" TargetMode="External"/><Relationship Id="rId13" Type="http://schemas.openxmlformats.org/officeDocument/2006/relationships/hyperlink" Target="Instructor Pub10_Ed22B_Updated Files/Pub 10_Ed 2_(41-50)/Gram_43/Lofar 1_a.glc" TargetMode="External"/><Relationship Id="rId14" Type="http://schemas.openxmlformats.org/officeDocument/2006/relationships/hyperlink" Target="Instructor Pub10_Ed22B_Updated Files/Pub 10_Ed 2_(41-50)/Gram_43/Lofar 2_a.glc" TargetMode="External"/><Relationship Id="rId15" Type="http://schemas.openxmlformats.org/officeDocument/2006/relationships/hyperlink" Target="Instructor Pub10_Ed22B_Updated Files/Pub 10_Ed 2_(41-50)/Gram_43/Lofar 3 I.glc" TargetMode="External"/><Relationship Id="rId16" Type="http://schemas.openxmlformats.org/officeDocument/2006/relationships/hyperlink" Target="Instructor Pub10_Ed22B_Updated Files/Pub 10_Ed 2_(41-50)/Gram_44/Analysis Sheet.docx" TargetMode="External"/><Relationship Id="rId17" Type="http://schemas.openxmlformats.org/officeDocument/2006/relationships/hyperlink" Target="Instructor Pub10_Ed22B_Updated Files/Pub 10_Ed 2_(41-50)/Gram_44/Lofar 1_b.glc" TargetMode="External"/><Relationship Id="rId18" Type="http://schemas.openxmlformats.org/officeDocument/2006/relationships/hyperlink" Target="Instructor Pub10_Ed22B_Updated Files/Pub 10_Ed 2_(41-50)/Gram_44/Lofar 2.glc" TargetMode="External"/><Relationship Id="rId19" Type="http://schemas.openxmlformats.org/officeDocument/2006/relationships/hyperlink" Target="Instructor Pub10_Ed22B_Updated Files/Pub 10_Ed 2_(41-50)/Gram_44/Lofar 3 I.glc" TargetMode="External"/><Relationship Id="rId20" Type="http://schemas.openxmlformats.org/officeDocument/2006/relationships/hyperlink" Target="Instructor Pub10_Ed22B_Updated Files/Pub 10_Ed 2_(41-50)/Gram_46/Analysis Sheet.docx" TargetMode="External"/><Relationship Id="rId21" Type="http://schemas.openxmlformats.org/officeDocument/2006/relationships/hyperlink" Target="Instructor Pub10_Ed22B_Updated Files/Pub 10_Ed 2_(41-50)/Gram_46/Lofar 1_a.glc" TargetMode="External"/><Relationship Id="rId22" Type="http://schemas.openxmlformats.org/officeDocument/2006/relationships/hyperlink" Target="Instructor Pub10_Ed22B_Updated Files/Pub 10_Ed 2_(41-50)/Gram_47/Analysis.png" TargetMode="External"/><Relationship Id="rId23" Type="http://schemas.openxmlformats.org/officeDocument/2006/relationships/hyperlink" Target="Instructor Pub10_Ed22B_Updated Files/Pub 10_Ed 2_(41-50)/Gram_47/Lofar 1 ABC.glc" TargetMode="External"/><Relationship Id="rId24" Type="http://schemas.openxmlformats.org/officeDocument/2006/relationships/hyperlink" Target="Instructor Pub10_Ed22B_Updated Files/Pub 10_Ed 2_(41-50)/Gram_47/Lofar 2.glc" TargetMode="External"/><Relationship Id="rId25" Type="http://schemas.openxmlformats.org/officeDocument/2006/relationships/hyperlink" Target="Instructor Pub10_Ed22B_Updated Files/Pub 10_Ed 2_(41-50)/Gram_48/Analysis Sheet.docx" TargetMode="External"/><Relationship Id="rId26" Type="http://schemas.openxmlformats.org/officeDocument/2006/relationships/hyperlink" Target="Instructor Pub10_Ed22B_Updated Files/Pub 10_Ed 2_(41-50)/Gram_48/Lofar 1_a.glc" TargetMode="External"/><Relationship Id="rId27" Type="http://schemas.openxmlformats.org/officeDocument/2006/relationships/hyperlink" Target="Instructor Pub10_Ed22B_Updated Files/Pub 10_Ed 2_(41-50)/Gram_49 Romulus/Analysis Sheet.docx" TargetMode="External"/><Relationship Id="rId28" Type="http://schemas.openxmlformats.org/officeDocument/2006/relationships/hyperlink" Target="Instructor Pub10_Ed22B_Updated Files/Pub 10_Ed 2_(41-50)/Gram_49 Romulus/Lofar 1.glc" TargetMode="External"/><Relationship Id="rId29" Type="http://schemas.openxmlformats.org/officeDocument/2006/relationships/hyperlink" Target="Instructor Pub10_Ed22B_Updated Files/Pub 10_Ed 2_(41-50)/Gram_49 Romulus/Lofar 2 ABC.glc" TargetMode="External"/><Relationship Id="rId30" Type="http://schemas.openxmlformats.org/officeDocument/2006/relationships/hyperlink" Target="Instructor Pub10_Ed22B_Updated Files/Pub 10_Ed 2_(41-50)/Gram_49 Romulus/Lofar 3_b.glc" TargetMode="External"/><Relationship Id="rId31" Type="http://schemas.openxmlformats.org/officeDocument/2006/relationships/hyperlink" Target="Instructor Pub10_Ed22B_Updated Files/Pub 10_Ed 2_(41-50)/Gram_50 Cardassia/Analysis.png" TargetMode="External"/><Relationship Id="rId32" Type="http://schemas.openxmlformats.org/officeDocument/2006/relationships/hyperlink" Target="Instructor Pub10_Ed22B_Updated Files/Pub 10_Ed 2_(41-50)/Gram_50 Cardassia/Lofar 1 I.glc" TargetMode="External"/><Relationship Id="rId33" Type="http://schemas.openxmlformats.org/officeDocument/2006/relationships/hyperlink" Target="Instructor Pub10_Ed22B_Updated Files/Pub 10_Ed 2_(41-50)/Gram_50 Cardassia/Lofar 2 Loop 1.glc" TargetMode="External"/><Relationship Id="rId34" Type="http://schemas.openxmlformats.org/officeDocument/2006/relationships/hyperlink" Target="Instructor Pub10_Ed22B_Updated Files/Pub 10_Ed 2_(51-60)/Gram_51/Analysis.png" TargetMode="External"/><Relationship Id="rId35" Type="http://schemas.openxmlformats.org/officeDocument/2006/relationships/hyperlink" Target="Instructor Pub10_Ed22B_Updated Files/Pub 10_Ed 2_(51-60)/Gram_51/Lofar 1.glc" TargetMode="External"/><Relationship Id="rId36" Type="http://schemas.openxmlformats.org/officeDocument/2006/relationships/hyperlink" Target="Instructor Pub10_Ed22B_Updated Files/Pub 10_Ed 2_(51-60)/Gram_51/Lofar 2 Loop 2.glc" TargetMode="External"/><Relationship Id="rId37" Type="http://schemas.openxmlformats.org/officeDocument/2006/relationships/hyperlink" Target="Instructor Pub10_Ed22B_Updated Files/Pub 10_Ed 2_(51-60)/Gram_52 Trill/Analysis.png" TargetMode="External"/><Relationship Id="rId38" Type="http://schemas.openxmlformats.org/officeDocument/2006/relationships/hyperlink" Target="Instructor Pub10_Ed22B_Updated Files/Pub 10_Ed 2_(51-60)/Gram_52 Trill/Lofar 1_a.glc" TargetMode="External"/><Relationship Id="rId39" Type="http://schemas.openxmlformats.org/officeDocument/2006/relationships/hyperlink" Target="Instructor Pub10_Ed22B_Updated Files/Pub 10_Ed 2_(51-60)/Gram_54 Yavin/Analysis Sheet.docx" TargetMode="External"/><Relationship Id="rId40" Type="http://schemas.openxmlformats.org/officeDocument/2006/relationships/hyperlink" Target="Instructor Pub10_Ed22B_Updated Files/Pub 10_Ed 2_(51-60)/Gram_54 Yavin/Lofar 1_b.glc" TargetMode="External"/><Relationship Id="rId41" Type="http://schemas.openxmlformats.org/officeDocument/2006/relationships/hyperlink" Target="Instructor Pub10_Ed22B_Updated Files/Pub 10_Ed 2_(51-60)/Gram_54 Yavin/Lofar 2 Loop 2.glc" TargetMode="External"/><Relationship Id="rId42" Type="http://schemas.openxmlformats.org/officeDocument/2006/relationships/hyperlink" Target="Instructor Pub10_Ed22B_Updated Files/Pub 10_Ed 2_(51-60)/Gram_54 Yavin/Lofar 3 Loop 1.glc" TargetMode="External"/><Relationship Id="rId43" Type="http://schemas.openxmlformats.org/officeDocument/2006/relationships/hyperlink" Target="Instructor Pub10_Ed22B_Updated Files/Pub 10_Ed 2_(51-60)/Gram_54 Yavin/Lofar 4 I.glc" TargetMode="External"/><Relationship Id="rId44" Type="http://schemas.openxmlformats.org/officeDocument/2006/relationships/hyperlink" Target="Instructor Pub10_Ed22B_Updated Files/Pub 10_Ed 2_(51-60)/Gram_55/Analysis.png" TargetMode="External"/><Relationship Id="rId45" Type="http://schemas.openxmlformats.org/officeDocument/2006/relationships/hyperlink" Target="Instructor Pub10_Ed22B_Updated Files/Pub 10_Ed 2_(51-60)/Gram_55/Lofar 1 ABC.glc" TargetMode="External"/><Relationship Id="rId46" Type="http://schemas.openxmlformats.org/officeDocument/2006/relationships/hyperlink" Target="Instructor Pub10_Ed22B_Updated Files/Pub 10_Ed 2_(51-60)/Gram_56/Analysis.png" TargetMode="External"/><Relationship Id="rId47" Type="http://schemas.openxmlformats.org/officeDocument/2006/relationships/hyperlink" Target="Instructor Pub10_Ed22B_Updated Files/Pub 10_Ed 2_(51-60)/Gram_56/Lofar 1_b.glc" TargetMode="External"/><Relationship Id="rId48" Type="http://schemas.openxmlformats.org/officeDocument/2006/relationships/hyperlink" Target="Instructor Pub10_Ed22B_Updated Files/Pub 10_Ed 2_(51-60)/Gram_56/Lofar 2.glc" TargetMode="External"/><Relationship Id="rId49" Type="http://schemas.openxmlformats.org/officeDocument/2006/relationships/hyperlink" Target="Instructor Pub10_Ed22B_Updated Files/Pub 10_Ed 2_(51-60)/Gram_56/Lofar 3 ABC.glc" TargetMode="External"/><Relationship Id="rId50" Type="http://schemas.openxmlformats.org/officeDocument/2006/relationships/hyperlink" Target="Instructor Pub10_Ed22B_Updated Files/Pub 10_Ed 2_(51-60)/Gram_56/Lofar 4 Loop 2.glc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Instructor Pub10_Ed22B_Updated Files/Pub 10_Ed 2_(51-60)/Gram_57/Analysis Sheet.docx" TargetMode="External"/><Relationship Id="rId3" Type="http://schemas.openxmlformats.org/officeDocument/2006/relationships/hyperlink" Target="Instructor Pub10_Ed22B_Updated Files/Pub 10_Ed 2_(51-60)/Gram_57/Lofar 1 Loop 2.glc" TargetMode="External"/><Relationship Id="rId4" Type="http://schemas.openxmlformats.org/officeDocument/2006/relationships/hyperlink" Target="Instructor Pub10_Ed22B_Updated Files/Pub 10_Ed 2_(51-60)/Gram_57/Lofar 2 Loop 1.glc" TargetMode="External"/><Relationship Id="rId5" Type="http://schemas.openxmlformats.org/officeDocument/2006/relationships/hyperlink" Target="Instructor Pub10_Ed22B_Updated Files/Pub 10_Ed 2_(51-60)/Gram_57/Lofar 3_a.glc" TargetMode="External"/><Relationship Id="rId6" Type="http://schemas.openxmlformats.org/officeDocument/2006/relationships/hyperlink" Target="Instructor Pub10_Ed22B_Updated Files/Pub 10_Ed 2_(51-60)/Gram_58/Analysis Sheet.docx" TargetMode="External"/><Relationship Id="rId7" Type="http://schemas.openxmlformats.org/officeDocument/2006/relationships/hyperlink" Target="Instructor Pub10_Ed22B_Updated Files/Pub 10_Ed 2_(51-60)/Gram_58/Lofar 1.glc" TargetMode="External"/><Relationship Id="rId8" Type="http://schemas.openxmlformats.org/officeDocument/2006/relationships/hyperlink" Target="Instructor Pub10_Ed22B_Updated Files/Pub 10_Ed 2_(51-60)/Gram_58/Lofar 2_b.glc" TargetMode="External"/><Relationship Id="rId9" Type="http://schemas.openxmlformats.org/officeDocument/2006/relationships/hyperlink" Target="Instructor Pub10_Ed22B_Updated Files/Pub 10_Ed 2_(51-60)/Gram_59/Analysis.png" TargetMode="External"/><Relationship Id="rId10" Type="http://schemas.openxmlformats.org/officeDocument/2006/relationships/hyperlink" Target="Instructor Pub10_Ed22B_Updated Files/Pub 10_Ed 2_(51-60)/Gram_59/Lofar 1 Loop 1.glc" TargetMode="External"/><Relationship Id="rId11" Type="http://schemas.openxmlformats.org/officeDocument/2006/relationships/hyperlink" Target="Instructor Pub10_Ed22B_Updated Files/Pub 10_Ed 2_(51-60)/Gram_59/Lofar 2 ABC.glc" TargetMode="External"/><Relationship Id="rId12" Type="http://schemas.openxmlformats.org/officeDocument/2006/relationships/hyperlink" Target="Instructor Pub10_Ed22B_Updated Files/Pub 10_Ed 2_(51-60)/Gram_59/Lofar 3_a.glc" TargetMode="External"/><Relationship Id="rId13" Type="http://schemas.openxmlformats.org/officeDocument/2006/relationships/hyperlink" Target="Instructor Pub10_Ed22B_Updated Files/Pub 10_Ed 2_(51-60)/Gram_60/Analysis Sheet.docx" TargetMode="External"/><Relationship Id="rId14" Type="http://schemas.openxmlformats.org/officeDocument/2006/relationships/hyperlink" Target="Instructor Pub10_Ed22B_Updated Files/Pub 10_Ed 2_(51-60)/Gram_60/Lofar 1 ABC.glc" TargetMode="External"/><Relationship Id="rId15" Type="http://schemas.openxmlformats.org/officeDocument/2006/relationships/hyperlink" Target="Instructor Pub10_Ed22B_Updated Files/Pub 10_Ed 2_(61-70)/Gram_61/Analysis.png" TargetMode="External"/><Relationship Id="rId16" Type="http://schemas.openxmlformats.org/officeDocument/2006/relationships/hyperlink" Target="Instructor Pub10_Ed22B_Updated Files/Pub 10_Ed 2_(61-70)/Gram_61/Lofar 1 I.glc" TargetMode="External"/><Relationship Id="rId17" Type="http://schemas.openxmlformats.org/officeDocument/2006/relationships/hyperlink" Target="Instructor Pub10_Ed22B_Updated Files/Pub 10_Ed 2_(61-70)/Gram_61/Lofar 2 Loop 1.glc" TargetMode="External"/><Relationship Id="rId18" Type="http://schemas.openxmlformats.org/officeDocument/2006/relationships/hyperlink" Target="Instructor Pub10_Ed22B_Updated Files/Pub 10_Ed 2_(61-70)/Gram_61/Lofar 3.glc" TargetMode="External"/><Relationship Id="rId19" Type="http://schemas.openxmlformats.org/officeDocument/2006/relationships/hyperlink" Target="Instructor Pub10_Ed22B_Updated Files/Pub 10_Ed 2_(61-70)/Gram_62/Analysis.png" TargetMode="External"/><Relationship Id="rId20" Type="http://schemas.openxmlformats.org/officeDocument/2006/relationships/hyperlink" Target="Instructor Pub10_Ed22B_Updated Files/Pub 10_Ed 2_(61-70)/Gram_62/Lofar 1 ABC.glc" TargetMode="External"/><Relationship Id="rId21" Type="http://schemas.openxmlformats.org/officeDocument/2006/relationships/hyperlink" Target="Instructor Pub10_Ed22B_Updated Files/Pub 10_Ed 2_(61-70)/Gram_62/Lofar 2_a.glc" TargetMode="External"/><Relationship Id="rId22" Type="http://schemas.openxmlformats.org/officeDocument/2006/relationships/hyperlink" Target="Instructor Pub10_Ed22B_Updated Files/Pub 10_Ed 2_(61-70)/Gram_63/Analysis.png" TargetMode="External"/><Relationship Id="rId23" Type="http://schemas.openxmlformats.org/officeDocument/2006/relationships/hyperlink" Target="Instructor Pub10_Ed22B_Updated Files/Pub 10_Ed 2_(61-70)/Gram_63/Lofar 1 Loop 1.glc" TargetMode="External"/><Relationship Id="rId24" Type="http://schemas.openxmlformats.org/officeDocument/2006/relationships/hyperlink" Target="Instructor Pub10_Ed22B_Updated Files/Pub 10_Ed 2_(61-70)/Gram_63/Lofar 2 ABC.glc" TargetMode="External"/><Relationship Id="rId25" Type="http://schemas.openxmlformats.org/officeDocument/2006/relationships/hyperlink" Target="Instructor Pub10_Ed22B_Updated Files/Pub 10_Ed 2_(61-70)/Gram_63/Lofar 3_b.glc" TargetMode="External"/><Relationship Id="rId26" Type="http://schemas.openxmlformats.org/officeDocument/2006/relationships/hyperlink" Target="Instructor Pub10_Ed22B_Updated Files/Pub 10_Ed 2_(61-70)/Gram_63/Lofar 4 ABC.glc" TargetMode="External"/><Relationship Id="rId27" Type="http://schemas.openxmlformats.org/officeDocument/2006/relationships/hyperlink" Target="Instructor Pub10_Ed22B_Updated Files/Pub 10_Ed 2_(61-70)/Gram_64 Tatooine/Analysis.png" TargetMode="External"/><Relationship Id="rId28" Type="http://schemas.openxmlformats.org/officeDocument/2006/relationships/hyperlink" Target="Instructor Pub10_Ed22B_Updated Files/Pub 10_Ed 2_(61-70)/Gram_64 Tatooine/Lofar 1 Loop 1.glc" TargetMode="External"/><Relationship Id="rId29" Type="http://schemas.openxmlformats.org/officeDocument/2006/relationships/hyperlink" Target="Instructor Pub10_Ed22B_Updated Files/Pub 10_Ed 2_(61-70)/Gram_64 Tatooine/Lofar 2 ABC.glc" TargetMode="External"/><Relationship Id="rId30" Type="http://schemas.openxmlformats.org/officeDocument/2006/relationships/hyperlink" Target="Instructor Pub10_Ed22B_Updated Files/Pub 10_Ed 2_(61-70)/Gram_64 Tatooine/Lofar 3.glc" TargetMode="External"/><Relationship Id="rId31" Type="http://schemas.openxmlformats.org/officeDocument/2006/relationships/hyperlink" Target="Instructor Pub10_Ed22B_Updated Files/Pub 10_Ed 2_(61-70)/Gram_65/Analysis.png" TargetMode="External"/><Relationship Id="rId32" Type="http://schemas.openxmlformats.org/officeDocument/2006/relationships/hyperlink" Target="Instructor Pub10_Ed22B_Updated Files/Pub 10_Ed 2_(61-70)/Gram_65/Lofar 1.glc" TargetMode="External"/><Relationship Id="rId33" Type="http://schemas.openxmlformats.org/officeDocument/2006/relationships/hyperlink" Target="Instructor Pub10_Ed22B_Updated Files/Pub 10_Ed 2_(61-70)/Gram_65/Lofar 2_b.glc" TargetMode="External"/><Relationship Id="rId34" Type="http://schemas.openxmlformats.org/officeDocument/2006/relationships/hyperlink" Target="Instructor Pub10_Ed22B_Updated Files/Pub 10_Ed 2_(61-70)/Gram_65/Lofar 3 ABC.glc" TargetMode="External"/><Relationship Id="rId35" Type="http://schemas.openxmlformats.org/officeDocument/2006/relationships/hyperlink" Target="Instructor Pub10_Ed22B_Updated Files/Pub 10_Ed 2_(61-70)/Gram_66/Analysis.png" TargetMode="External"/><Relationship Id="rId36" Type="http://schemas.openxmlformats.org/officeDocument/2006/relationships/hyperlink" Target="Instructor Pub10_Ed22B_Updated Files/Pub 10_Ed 2_(61-70)/Gram_66/Lofar 1_a.glc" TargetMode="External"/><Relationship Id="rId37" Type="http://schemas.openxmlformats.org/officeDocument/2006/relationships/hyperlink" Target="Instructor Pub10_Ed22B_Updated Files/Pub 10_Ed 2_(61-70)/Gram_66/Lofar 2.glc" TargetMode="External"/><Relationship Id="rId38" Type="http://schemas.openxmlformats.org/officeDocument/2006/relationships/hyperlink" Target="Instructor Pub10_Ed22B_Updated Files/Pub 10_Ed 2_(61-70)/Gram_66/Lofar 3 I.glc" TargetMode="External"/><Relationship Id="rId39" Type="http://schemas.openxmlformats.org/officeDocument/2006/relationships/hyperlink" Target="Instructor Pub10_Ed22B_Updated Files/Pub 10_Ed 2_(61-70)/Gram_66/Lofar 4 Loop 2.glc" TargetMode="External"/><Relationship Id="rId40" Type="http://schemas.openxmlformats.org/officeDocument/2006/relationships/hyperlink" Target="Instructor Pub10_Ed22B_Updated Files/Pub 10_Ed 2_(61-70)/Gram_67/Analysis Sheet.docx" TargetMode="External"/><Relationship Id="rId41" Type="http://schemas.openxmlformats.org/officeDocument/2006/relationships/hyperlink" Target="Instructor Pub10_Ed22B_Updated Files/Pub 10_Ed 2_(61-70)/Gram_67/Lofar 1 I.glc" TargetMode="External"/><Relationship Id="rId42" Type="http://schemas.openxmlformats.org/officeDocument/2006/relationships/hyperlink" Target="Instructor Pub10_Ed22B_Updated Files/Pub 10_Ed 2_(61-70)/Gram_67/Lofar 2.glc" TargetMode="External"/><Relationship Id="rId43" Type="http://schemas.openxmlformats.org/officeDocument/2006/relationships/hyperlink" Target="Instructor Pub10_Ed22B_Updated Files/Pub 10_Ed 2_(61-70)/Gram_68/Analysis Sheet.docx" TargetMode="External"/><Relationship Id="rId44" Type="http://schemas.openxmlformats.org/officeDocument/2006/relationships/hyperlink" Target="Instructor Pub10_Ed22B_Updated Files/Pub 10_Ed 2_(61-70)/Gram_68/Lofar 1 Loop 1.glc" TargetMode="External"/><Relationship Id="rId45" Type="http://schemas.openxmlformats.org/officeDocument/2006/relationships/hyperlink" Target="Instructor Pub10_Ed22B_Updated Files/Pub 10_Ed 2_(61-70)/Gram_69/Analysis.png" TargetMode="External"/><Relationship Id="rId46" Type="http://schemas.openxmlformats.org/officeDocument/2006/relationships/hyperlink" Target="Instructor Pub10_Ed22B_Updated Files/Pub 10_Ed 2_(61-70)/Gram_69/Lofar 1.glc" TargetMode="External"/><Relationship Id="rId47" Type="http://schemas.openxmlformats.org/officeDocument/2006/relationships/hyperlink" Target="Instructor Pub10_Ed22B_Updated Files/Pub 10_Ed 2_(61-70)/Gram_70/Analysis Sheet.docx" TargetMode="External"/><Relationship Id="rId48" Type="http://schemas.openxmlformats.org/officeDocument/2006/relationships/hyperlink" Target="Instructor Pub10_Ed22B_Updated Files/Pub 10_Ed 2_(61-70)/Gram_70/Lofar 1 ABC.glc" TargetMode="External"/><Relationship Id="rId49" Type="http://schemas.openxmlformats.org/officeDocument/2006/relationships/hyperlink" Target="Instructor Pub10_Ed22B_Updated Files/Pub 10_Ed 2_(71-80)/Gram_72 Betazed/Analysis.png" TargetMode="External"/><Relationship Id="rId50" Type="http://schemas.openxmlformats.org/officeDocument/2006/relationships/hyperlink" Target="Instructor Pub10_Ed22B_Updated Files/Pub 10_Ed 2_(71-80)/Gram_72 Betazed/Lofar 1_b.glc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Instructor Pub10_Ed22B_Updated Files/Pub 10_Ed 2_(71-80)/Gram_74 Betazed/Analysis Sheet.docx" TargetMode="External"/><Relationship Id="rId3" Type="http://schemas.openxmlformats.org/officeDocument/2006/relationships/hyperlink" Target="Instructor Pub10_Ed22B_Updated Files/Pub 10_Ed 2_(71-80)/Gram_74 Betazed/Lofar 1 Loop 1.glc" TargetMode="External"/><Relationship Id="rId4" Type="http://schemas.openxmlformats.org/officeDocument/2006/relationships/hyperlink" Target="Instructor Pub10_Ed22B_Updated Files/Pub 10_Ed 2_(71-80)/Gram_74 Betazed/Lofar 2_a.glc" TargetMode="External"/><Relationship Id="rId5" Type="http://schemas.openxmlformats.org/officeDocument/2006/relationships/hyperlink" Target="Instructor Pub10_Ed22B_Updated Files/Pub 10_Ed 2_(71-80)/Gram_75/Analysis.png" TargetMode="External"/><Relationship Id="rId6" Type="http://schemas.openxmlformats.org/officeDocument/2006/relationships/hyperlink" Target="Instructor Pub10_Ed22B_Updated Files/Pub 10_Ed 2_(71-80)/Gram_75/Lofar 1 Loop 1.glc" TargetMode="External"/><Relationship Id="rId7" Type="http://schemas.openxmlformats.org/officeDocument/2006/relationships/hyperlink" Target="Instructor Pub10_Ed22B_Updated Files/Pub 10_Ed 2_(71-80)/Gram_76/Analysis.png" TargetMode="External"/><Relationship Id="rId8" Type="http://schemas.openxmlformats.org/officeDocument/2006/relationships/hyperlink" Target="Instructor Pub10_Ed22B_Updated Files/Pub 10_Ed 2_(71-80)/Gram_76/Lofar 1 ABC.glc" TargetMode="External"/><Relationship Id="rId9" Type="http://schemas.openxmlformats.org/officeDocument/2006/relationships/hyperlink" Target="Instructor Pub10_Ed22B_Updated Files/Pub 10_Ed 2_(71-80)/Gram_76/Lofar 2_b.glc" TargetMode="External"/><Relationship Id="rId10" Type="http://schemas.openxmlformats.org/officeDocument/2006/relationships/hyperlink" Target="Instructor Pub10_Ed22B_Updated Files/Pub 10_Ed 2_(71-80)/Gram_77 Kobol/Analysis Sheet.docx" TargetMode="External"/><Relationship Id="rId11" Type="http://schemas.openxmlformats.org/officeDocument/2006/relationships/hyperlink" Target="Instructor Pub10_Ed22B_Updated Files/Pub 10_Ed 2_(71-80)/Gram_77 Kobol/Lofar 1 ABC.glc" TargetMode="External"/><Relationship Id="rId12" Type="http://schemas.openxmlformats.org/officeDocument/2006/relationships/hyperlink" Target="Instructor Pub10_Ed22B_Updated Files/Pub 10_Ed 2_(71-80)/Gram_77 Kobol/Lofar 2 ABC.glc" TargetMode="External"/><Relationship Id="rId13" Type="http://schemas.openxmlformats.org/officeDocument/2006/relationships/hyperlink" Target="Instructor Pub10_Ed22B_Updated Files/Pub 10_Ed 2_(71-80)/Gram_78/Analysis.png" TargetMode="External"/><Relationship Id="rId14" Type="http://schemas.openxmlformats.org/officeDocument/2006/relationships/hyperlink" Target="Instructor Pub10_Ed22B_Updated Files/Pub 10_Ed 2_(71-80)/Gram_78/Lofar 1 Loop 2.glc" TargetMode="External"/><Relationship Id="rId15" Type="http://schemas.openxmlformats.org/officeDocument/2006/relationships/hyperlink" Target="Instructor Pub10_Ed22B_Updated Files/Pub 10_Ed 2_(71-80)/Gram_79/Analysis.png" TargetMode="External"/><Relationship Id="rId16" Type="http://schemas.openxmlformats.org/officeDocument/2006/relationships/hyperlink" Target="Instructor Pub10_Ed22B_Updated Files/Pub 10_Ed 2_(71-80)/Gram_79/Lofar 1 ABC.glc" TargetMode="External"/><Relationship Id="rId17" Type="http://schemas.openxmlformats.org/officeDocument/2006/relationships/hyperlink" Target="Instructor Pub10_Ed22B_Updated Files/Pub 10_Ed 2_(71-80)/Gram_79/Lofar 2 I.glc" TargetMode="External"/><Relationship Id="rId18" Type="http://schemas.openxmlformats.org/officeDocument/2006/relationships/hyperlink" Target="Instructor Pub10_Ed22B_Updated Files/Pub 10_Ed 2_(71-80)/Gram_79/Lofar 3_a.glc" TargetMode="External"/><Relationship Id="rId19" Type="http://schemas.openxmlformats.org/officeDocument/2006/relationships/hyperlink" Target="Instructor Pub10_Ed22B_Updated Files/Pub 10_Ed 2_(71-80)/Gram_79/Lofar 4_a.glc" TargetMode="External"/><Relationship Id="rId20" Type="http://schemas.openxmlformats.org/officeDocument/2006/relationships/hyperlink" Target="Instructor Pub10_Ed22B_Updated Files/Pub 10_Ed 2_(71-80)/Gram_80/Analysis.png" TargetMode="External"/><Relationship Id="rId21" Type="http://schemas.openxmlformats.org/officeDocument/2006/relationships/hyperlink" Target="Instructor Pub10_Ed22B_Updated Files/Pub 10_Ed 2_(71-80)/Gram_80/Lofar 1 ABC.glc" TargetMode="External"/><Relationship Id="rId22" Type="http://schemas.openxmlformats.org/officeDocument/2006/relationships/hyperlink" Target="Instructor Pub10_Ed22B_Updated Files/Pub 10_Ed 2_(71-80)/Gram_80/Lofar 2 I.glc" TargetMode="External"/><Relationship Id="rId23" Type="http://schemas.openxmlformats.org/officeDocument/2006/relationships/hyperlink" Target="Instructor Pub10_Ed22B_Updated Files/Pub 10_Ed 2_(71-80)/Gram_80/Lofar 3 I.glc" TargetMode="External"/><Relationship Id="rId24" Type="http://schemas.openxmlformats.org/officeDocument/2006/relationships/hyperlink" Target="Instructor Pub10_Ed22B_Updated Files/Pub 10_Ed 2_(71-80)/Gram_80/Lofar 4 I.glc" TargetMode="External"/><Relationship Id="rId25" Type="http://schemas.openxmlformats.org/officeDocument/2006/relationships/hyperlink" Target="Instructor Pub10_Ed22B_Updated Files/Pub 10_Ed 2_(81-90)/Gram_81 Betazed/Analysis.png" TargetMode="External"/><Relationship Id="rId26" Type="http://schemas.openxmlformats.org/officeDocument/2006/relationships/hyperlink" Target="Instructor Pub10_Ed22B_Updated Files/Pub 10_Ed 2_(81-90)/Gram_81 Betazed/Lofar 1.glc" TargetMode="External"/><Relationship Id="rId27" Type="http://schemas.openxmlformats.org/officeDocument/2006/relationships/hyperlink" Target="Instructor Pub10_Ed22B_Updated Files/Pub 10_Ed 2_(81-90)/Gram_81 Betazed/Lofar 2.glc" TargetMode="External"/><Relationship Id="rId28" Type="http://schemas.openxmlformats.org/officeDocument/2006/relationships/hyperlink" Target="Instructor Pub10_Ed22B_Updated Files/Pub 10_Ed 2_(81-90)/Gram_81 Betazed/Lofar 3_a.glc" TargetMode="External"/><Relationship Id="rId29" Type="http://schemas.openxmlformats.org/officeDocument/2006/relationships/hyperlink" Target="Instructor Pub10_Ed22B_Updated Files/Pub 10_Ed 2_(81-90)/Gram_81 Betazed/Lofar 4 Loop 2.glc" TargetMode="External"/><Relationship Id="rId30" Type="http://schemas.openxmlformats.org/officeDocument/2006/relationships/hyperlink" Target="Instructor Pub10_Ed22B_Updated Files/Pub 10_Ed 2_(81-90)/Gram_82/Analysis Sheet.docx" TargetMode="External"/><Relationship Id="rId31" Type="http://schemas.openxmlformats.org/officeDocument/2006/relationships/hyperlink" Target="Instructor Pub10_Ed22B_Updated Files/Pub 10_Ed 2_(81-90)/Gram_82/Lofar 1 ABC.glc" TargetMode="External"/><Relationship Id="rId32" Type="http://schemas.openxmlformats.org/officeDocument/2006/relationships/hyperlink" Target="Instructor Pub10_Ed22B_Updated Files/Pub 10_Ed 2_(81-90)/Gram_82/Lofar 2 Loop 1.glc" TargetMode="External"/><Relationship Id="rId33" Type="http://schemas.openxmlformats.org/officeDocument/2006/relationships/hyperlink" Target="Instructor Pub10_Ed22B_Updated Files/Pub 10_Ed 2_(81-90)/Gram_82/Lofar 3 Loop 1.glc" TargetMode="External"/><Relationship Id="rId34" Type="http://schemas.openxmlformats.org/officeDocument/2006/relationships/hyperlink" Target="Instructor Pub10_Ed22B_Updated Files/Pub 10_Ed 2_(81-90)/Gram_83/Analysis.png" TargetMode="External"/><Relationship Id="rId35" Type="http://schemas.openxmlformats.org/officeDocument/2006/relationships/hyperlink" Target="Instructor Pub10_Ed22B_Updated Files/Pub 10_Ed 2_(81-90)/Gram_83/Lofar 1_b.glc" TargetMode="External"/><Relationship Id="rId36" Type="http://schemas.openxmlformats.org/officeDocument/2006/relationships/hyperlink" Target="Instructor Pub10_Ed22B_Updated Files/Pub 10_Ed 2_(81-90)/Gram_84 Betazed/Analysis Sheet.docx" TargetMode="External"/><Relationship Id="rId37" Type="http://schemas.openxmlformats.org/officeDocument/2006/relationships/hyperlink" Target="Instructor Pub10_Ed22B_Updated Files/Pub 10_Ed 2_(81-90)/Gram_84 Betazed/Lofar 1 Loop 1.glc" TargetMode="External"/><Relationship Id="rId38" Type="http://schemas.openxmlformats.org/officeDocument/2006/relationships/hyperlink" Target="Instructor Pub10_Ed22B_Updated Files/Pub 10_Ed 2_(81-90)/Gram_84 Betazed/Lofar 2_a.glc" TargetMode="External"/><Relationship Id="rId39" Type="http://schemas.openxmlformats.org/officeDocument/2006/relationships/hyperlink" Target="Instructor Pub10_Ed22B_Updated Files/Pub 10_Ed 2_(81-90)/Gram_84 Betazed/Lofar 3.glc" TargetMode="External"/><Relationship Id="rId40" Type="http://schemas.openxmlformats.org/officeDocument/2006/relationships/hyperlink" Target="Instructor Pub10_Ed22B_Updated Files/Pub 10_Ed 2_(81-90)/Gram_84 Betazed/Lofar 4 Loop 1.glc" TargetMode="External"/><Relationship Id="rId41" Type="http://schemas.openxmlformats.org/officeDocument/2006/relationships/hyperlink" Target="Instructor Pub10_Ed22B_Updated Files/Pub 10_Ed 2_(81-90)/Gram_85/Analysis.png" TargetMode="External"/><Relationship Id="rId42" Type="http://schemas.openxmlformats.org/officeDocument/2006/relationships/hyperlink" Target="Instructor Pub10_Ed22B_Updated Files/Pub 10_Ed 2_(81-90)/Gram_85/Lofar 1.glc" TargetMode="External"/><Relationship Id="rId43" Type="http://schemas.openxmlformats.org/officeDocument/2006/relationships/hyperlink" Target="Instructor Pub10_Ed22B_Updated Files/Pub 10_Ed 2_(81-90)/Gram_85/Lofar 2 I.glc" TargetMode="External"/><Relationship Id="rId44" Type="http://schemas.openxmlformats.org/officeDocument/2006/relationships/hyperlink" Target="Instructor Pub10_Ed22B_Updated Files/Pub 10_Ed 2_(81-90)/Gram_86 Bespin/Analysis.png" TargetMode="External"/><Relationship Id="rId45" Type="http://schemas.openxmlformats.org/officeDocument/2006/relationships/hyperlink" Target="Instructor Pub10_Ed22B_Updated Files/Pub 10_Ed 2_(81-90)/Gram_86 Bespin/Lofar 1.glc" TargetMode="External"/><Relationship Id="rId46" Type="http://schemas.openxmlformats.org/officeDocument/2006/relationships/hyperlink" Target="Instructor Pub10_Ed22B_Updated Files/Pub 10_Ed 2_(81-90)/Gram_87/Analysis.png" TargetMode="External"/><Relationship Id="rId47" Type="http://schemas.openxmlformats.org/officeDocument/2006/relationships/hyperlink" Target="Instructor Pub10_Ed22B_Updated Files/Pub 10_Ed 2_(81-90)/Gram_87/Lofar 1.glc" TargetMode="External"/><Relationship Id="rId48" Type="http://schemas.openxmlformats.org/officeDocument/2006/relationships/hyperlink" Target="Instructor Pub10_Ed22B_Updated Files/Pub 10_Ed 2_(81-90)/Gram_87/Lofar 2 I.glc" TargetMode="External"/><Relationship Id="rId49" Type="http://schemas.openxmlformats.org/officeDocument/2006/relationships/hyperlink" Target="Instructor Pub10_Ed22B_Updated Files/Pub 10_Ed 2_(81-90)/Gram_88/Analysis.png" TargetMode="External"/><Relationship Id="rId50" Type="http://schemas.openxmlformats.org/officeDocument/2006/relationships/hyperlink" Target="Instructor Pub10_Ed22B_Updated Files/Pub 10_Ed 2_(81-90)/Gram_88/Lofar 1 I.glc" TargetMode="External"/><Relationship Id="rId51" Type="http://schemas.openxmlformats.org/officeDocument/2006/relationships/hyperlink" Target="Instructor Pub10_Ed22B_Updated Files/Pub 10_Ed 2_(81-90)/Gram_88/Lofar 2_b.glc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ctr"/>
            <a:r>
              <a:rPr sz="2000" b="1">
                <a:solidFill>
                  <a:srgbClr val="FFFFFF"/>
                </a:solidFill>
              </a:rPr>
              <a:t>Instructor Pub10_Ed22B_Updated — Page 1 of 5</a:t>
            </a:r>
          </a:p>
        </p:txBody>
      </p:sp>
      <p:sp>
        <p:nvSpPr>
          <p:cNvPr id="3" name="Rounded Rectangle 2"/>
          <p:cNvSpPr/>
          <p:nvPr>
            <a:hlinkClick r:id="rId2"/>
          </p:nvPr>
        </p:nvSpPr>
        <p:spPr>
          <a:xfrm>
            <a:off x="365760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1: FR Outrider, Category 4, Tantive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3"/>
              </a:rPr>
              <a:t>Lofar 1</a:t>
            </a:r>
          </a:p>
          <a:p>
            <a:r>
              <a:rPr sz="800">
                <a:hlinkClick r:id="rId4"/>
              </a:rPr>
              <a:t>Lofar 2</a:t>
            </a:r>
          </a:p>
          <a:p>
            <a:r>
              <a:rPr sz="800">
                <a:hlinkClick r:id="rId5"/>
              </a:rPr>
              <a:t>Lofar 3</a:t>
            </a:r>
          </a:p>
        </p:txBody>
      </p:sp>
      <p:sp>
        <p:nvSpPr>
          <p:cNvPr id="5" name="Rounded Rectangle 4"/>
          <p:cNvSpPr/>
          <p:nvPr>
            <a:hlinkClick r:id="rId6"/>
          </p:nvPr>
        </p:nvSpPr>
        <p:spPr>
          <a:xfrm>
            <a:off x="2657246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2: FR Millennium Falcon, Category 1, Hoth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7246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7"/>
              </a:rPr>
              <a:t>Lofar 1</a:t>
            </a:r>
          </a:p>
          <a:p>
            <a:r>
              <a:rPr sz="800">
                <a:hlinkClick r:id="rId8"/>
              </a:rPr>
              <a:t>Lofar 2</a:t>
            </a:r>
          </a:p>
        </p:txBody>
      </p:sp>
      <p:sp>
        <p:nvSpPr>
          <p:cNvPr id="7" name="Rounded Rectangle 6"/>
          <p:cNvSpPr/>
          <p:nvPr>
            <a:hlinkClick r:id="rId9"/>
          </p:nvPr>
        </p:nvSpPr>
        <p:spPr>
          <a:xfrm>
            <a:off x="4948732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3: Intrepid-class contact bearing 281, codename Dagobah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48732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10"/>
              </a:rPr>
              <a:t>Lofar 1</a:t>
            </a:r>
          </a:p>
          <a:p>
            <a:r>
              <a:rPr sz="800">
                <a:hlinkClick r:id="rId11"/>
              </a:rPr>
              <a:t>Lofar 2</a:t>
            </a:r>
          </a:p>
          <a:p>
            <a:r>
              <a:rPr sz="800">
                <a:hlinkClick r:id="rId12"/>
              </a:rPr>
              <a:t>Lofar 3</a:t>
            </a:r>
          </a:p>
        </p:txBody>
      </p:sp>
      <p:sp>
        <p:nvSpPr>
          <p:cNvPr id="9" name="Rounded Rectangle 8"/>
          <p:cNvSpPr/>
          <p:nvPr>
            <a:hlinkClick r:id="rId13"/>
          </p:nvPr>
        </p:nvSpPr>
        <p:spPr>
          <a:xfrm>
            <a:off x="7240219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6: TIE Bomber contact bearing 018, codename Dank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40219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14"/>
              </a:rPr>
              <a:t>Lofar 1</a:t>
            </a:r>
          </a:p>
          <a:p>
            <a:r>
              <a:rPr sz="800">
                <a:hlinkClick r:id="rId15"/>
              </a:rPr>
              <a:t>Lofar 2</a:t>
            </a:r>
          </a:p>
          <a:p>
            <a:r>
              <a:rPr sz="800">
                <a:hlinkClick r:id="rId16"/>
              </a:rPr>
              <a:t>Lofar 3</a:t>
            </a:r>
          </a:p>
        </p:txBody>
      </p:sp>
      <p:sp>
        <p:nvSpPr>
          <p:cNvPr id="11" name="Rounded Rectangle 10"/>
          <p:cNvSpPr/>
          <p:nvPr>
            <a:hlinkClick r:id="rId17"/>
          </p:nvPr>
        </p:nvSpPr>
        <p:spPr>
          <a:xfrm>
            <a:off x="9531705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7: FR Outrider, Category 1, Romulus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31705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18"/>
              </a:rPr>
              <a:t>Lofar 1</a:t>
            </a:r>
          </a:p>
          <a:p>
            <a:r>
              <a:rPr sz="800">
                <a:hlinkClick r:id="rId19"/>
              </a:rPr>
              <a:t>Lofar 2</a:t>
            </a:r>
          </a:p>
          <a:p>
            <a:r>
              <a:rPr sz="800">
                <a:hlinkClick r:id="rId20"/>
              </a:rPr>
              <a:t>Lofar 3</a:t>
            </a:r>
          </a:p>
          <a:p>
            <a:r>
              <a:rPr sz="800">
                <a:hlinkClick r:id="rId21"/>
              </a:rPr>
              <a:t>Lofar 4</a:t>
            </a:r>
          </a:p>
        </p:txBody>
      </p:sp>
      <p:sp>
        <p:nvSpPr>
          <p:cNvPr id="13" name="Rounded Rectangle 12"/>
          <p:cNvSpPr/>
          <p:nvPr>
            <a:hlinkClick r:id="rId22"/>
          </p:nvPr>
        </p:nvSpPr>
        <p:spPr>
          <a:xfrm>
            <a:off x="365760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9: B-wing contact bearing 007, codename Bespin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23"/>
              </a:rPr>
              <a:t>Lofar 1</a:t>
            </a:r>
          </a:p>
          <a:p>
            <a:r>
              <a:rPr sz="800">
                <a:hlinkClick r:id="rId24"/>
              </a:rPr>
              <a:t>Lofar 2</a:t>
            </a:r>
          </a:p>
        </p:txBody>
      </p:sp>
      <p:sp>
        <p:nvSpPr>
          <p:cNvPr id="15" name="Rounded Rectangle 14"/>
          <p:cNvSpPr/>
          <p:nvPr>
            <a:hlinkClick r:id="rId25"/>
          </p:nvPr>
        </p:nvSpPr>
        <p:spPr>
          <a:xfrm>
            <a:off x="2657246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10: FR Razor Crest, Category 3, Romulus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7246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26"/>
              </a:rPr>
              <a:t>Lofar 1</a:t>
            </a:r>
          </a:p>
        </p:txBody>
      </p:sp>
      <p:sp>
        <p:nvSpPr>
          <p:cNvPr id="17" name="Rounded Rectangle 16"/>
          <p:cNvSpPr/>
          <p:nvPr>
            <a:hlinkClick r:id="rId27"/>
          </p:nvPr>
        </p:nvSpPr>
        <p:spPr>
          <a:xfrm>
            <a:off x="4948732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11: FR Constitution-class, Category 1, Defiant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48732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28"/>
              </a:rPr>
              <a:t>Lofar 1</a:t>
            </a:r>
          </a:p>
          <a:p>
            <a:r>
              <a:rPr sz="800">
                <a:hlinkClick r:id="rId29"/>
              </a:rPr>
              <a:t>Lofar 2</a:t>
            </a:r>
          </a:p>
          <a:p>
            <a:r>
              <a:rPr sz="800">
                <a:hlinkClick r:id="rId30"/>
              </a:rPr>
              <a:t>Lofar 3</a:t>
            </a:r>
          </a:p>
          <a:p>
            <a:r>
              <a:rPr sz="800">
                <a:hlinkClick r:id="rId31"/>
              </a:rPr>
              <a:t>Lofar 4</a:t>
            </a:r>
          </a:p>
        </p:txBody>
      </p:sp>
      <p:sp>
        <p:nvSpPr>
          <p:cNvPr id="19" name="Rounded Rectangle 18"/>
          <p:cNvSpPr/>
          <p:nvPr>
            <a:hlinkClick r:id="rId32"/>
          </p:nvPr>
        </p:nvSpPr>
        <p:spPr>
          <a:xfrm>
            <a:off x="7240219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13: FR Equinox, Category 4, Naboo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40219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33"/>
              </a:rPr>
              <a:t>Lofar 1</a:t>
            </a:r>
          </a:p>
        </p:txBody>
      </p:sp>
      <p:sp>
        <p:nvSpPr>
          <p:cNvPr id="21" name="Rounded Rectangle 20"/>
          <p:cNvSpPr/>
          <p:nvPr>
            <a:hlinkClick r:id="rId34"/>
          </p:nvPr>
        </p:nvSpPr>
        <p:spPr>
          <a:xfrm>
            <a:off x="9531705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14: FR A-wing, Category 2, Tatooine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31705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35"/>
              </a:rPr>
              <a:t>Lofar 1</a:t>
            </a:r>
          </a:p>
          <a:p>
            <a:r>
              <a:rPr sz="800">
                <a:hlinkClick r:id="rId36"/>
              </a:rPr>
              <a:t>Lofar 2</a:t>
            </a:r>
          </a:p>
          <a:p>
            <a:r>
              <a:rPr sz="800">
                <a:hlinkClick r:id="rId37"/>
              </a:rPr>
              <a:t>Lofar 3</a:t>
            </a:r>
          </a:p>
          <a:p>
            <a:r>
              <a:rPr sz="800">
                <a:hlinkClick r:id="rId38"/>
              </a:rPr>
              <a:t>Lofar 4</a:t>
            </a:r>
          </a:p>
        </p:txBody>
      </p:sp>
      <p:sp>
        <p:nvSpPr>
          <p:cNvPr id="23" name="Rounded Rectangle 22"/>
          <p:cNvSpPr/>
          <p:nvPr>
            <a:hlinkClick r:id="rId39"/>
          </p:nvPr>
        </p:nvSpPr>
        <p:spPr>
          <a:xfrm>
            <a:off x="365760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15: FR B-wing, Category 1, Mustafar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40"/>
              </a:rPr>
              <a:t>Lofar 1</a:t>
            </a:r>
          </a:p>
          <a:p>
            <a:r>
              <a:rPr sz="800">
                <a:hlinkClick r:id="rId41"/>
              </a:rPr>
              <a:t>Lofar 2</a:t>
            </a:r>
          </a:p>
          <a:p>
            <a:r>
              <a:rPr sz="800">
                <a:hlinkClick r:id="rId42"/>
              </a:rPr>
              <a:t>Lofar 3</a:t>
            </a:r>
          </a:p>
          <a:p>
            <a:r>
              <a:rPr sz="800">
                <a:hlinkClick r:id="rId43"/>
              </a:rPr>
              <a:t>Lofar 4</a:t>
            </a:r>
          </a:p>
        </p:txBody>
      </p:sp>
      <p:sp>
        <p:nvSpPr>
          <p:cNvPr id="25" name="Rounded Rectangle 24"/>
          <p:cNvSpPr/>
          <p:nvPr>
            <a:hlinkClick r:id="rId44"/>
          </p:nvPr>
        </p:nvSpPr>
        <p:spPr>
          <a:xfrm>
            <a:off x="2657246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16: FR Equinox, Category 1, Kobol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7246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45"/>
              </a:rPr>
              <a:t>Lofar 1</a:t>
            </a:r>
          </a:p>
          <a:p>
            <a:r>
              <a:rPr sz="800">
                <a:hlinkClick r:id="rId46"/>
              </a:rPr>
              <a:t>Lofar 2</a:t>
            </a:r>
          </a:p>
        </p:txBody>
      </p:sp>
      <p:sp>
        <p:nvSpPr>
          <p:cNvPr id="27" name="Rounded Rectangle 26"/>
          <p:cNvSpPr/>
          <p:nvPr>
            <a:hlinkClick r:id="rId47"/>
          </p:nvPr>
        </p:nvSpPr>
        <p:spPr>
          <a:xfrm>
            <a:off x="4948732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17: Acclamator-class contact bearing 199, codename Vulcan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48732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48"/>
              </a:rPr>
              <a:t>Lofar 1</a:t>
            </a:r>
          </a:p>
          <a:p>
            <a:r>
              <a:rPr sz="800">
                <a:hlinkClick r:id="rId49"/>
              </a:rPr>
              <a:t>Lofar 2</a:t>
            </a:r>
          </a:p>
        </p:txBody>
      </p:sp>
      <p:sp>
        <p:nvSpPr>
          <p:cNvPr id="29" name="Rounded Rectangle 28"/>
          <p:cNvSpPr/>
          <p:nvPr>
            <a:hlinkClick r:id="rId50"/>
          </p:nvPr>
        </p:nvSpPr>
        <p:spPr>
          <a:xfrm>
            <a:off x="7240219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18: Enterprise contact bearing 015, codename Betazed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40219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51"/>
              </a:rPr>
              <a:t>Lofar 1</a:t>
            </a:r>
          </a:p>
        </p:txBody>
      </p:sp>
      <p:sp>
        <p:nvSpPr>
          <p:cNvPr id="31" name="Rounded Rectangle 30"/>
          <p:cNvSpPr/>
          <p:nvPr>
            <a:hlinkClick r:id="rId52"/>
          </p:nvPr>
        </p:nvSpPr>
        <p:spPr>
          <a:xfrm>
            <a:off x="9531705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19: FR Rebel One, Category 1, Tatooine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31705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53"/>
              </a:rPr>
              <a:t>Lofar 1</a:t>
            </a:r>
          </a:p>
          <a:p>
            <a:r>
              <a:rPr sz="800">
                <a:hlinkClick r:id="rId54"/>
              </a:rPr>
              <a:t>Lofar 2</a:t>
            </a:r>
          </a:p>
          <a:p>
            <a:r>
              <a:rPr sz="800">
                <a:hlinkClick r:id="rId55"/>
              </a:rPr>
              <a:t>Lofar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ctr"/>
            <a:r>
              <a:rPr sz="2000" b="1">
                <a:solidFill>
                  <a:srgbClr val="FFFFFF"/>
                </a:solidFill>
              </a:rPr>
              <a:t>Instructor Pub10_Ed22B_Updated — Page 2 of 5</a:t>
            </a:r>
          </a:p>
        </p:txBody>
      </p:sp>
      <p:sp>
        <p:nvSpPr>
          <p:cNvPr id="3" name="Rounded Rectangle 2"/>
          <p:cNvSpPr/>
          <p:nvPr>
            <a:hlinkClick r:id="rId2"/>
          </p:nvPr>
        </p:nvSpPr>
        <p:spPr>
          <a:xfrm>
            <a:off x="365760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20: FR Defiant-class, Category 2, Cardassia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3"/>
              </a:rPr>
              <a:t>Lofar 1</a:t>
            </a:r>
          </a:p>
          <a:p>
            <a:r>
              <a:rPr sz="800">
                <a:hlinkClick r:id="rId4"/>
              </a:rPr>
              <a:t>Lofar 2</a:t>
            </a:r>
          </a:p>
          <a:p>
            <a:r>
              <a:rPr sz="800">
                <a:hlinkClick r:id="rId5"/>
              </a:rPr>
              <a:t>Lofar 3</a:t>
            </a:r>
          </a:p>
        </p:txBody>
      </p:sp>
      <p:sp>
        <p:nvSpPr>
          <p:cNvPr id="5" name="Rounded Rectangle 4"/>
          <p:cNvSpPr/>
          <p:nvPr>
            <a:hlinkClick r:id="rId6"/>
          </p:nvPr>
        </p:nvSpPr>
        <p:spPr>
          <a:xfrm>
            <a:off x="2657246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21: FR Outrider, Category 1, Naboo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7246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7"/>
              </a:rPr>
              <a:t>Lofar 1</a:t>
            </a:r>
          </a:p>
          <a:p>
            <a:r>
              <a:rPr sz="800">
                <a:hlinkClick r:id="rId8"/>
              </a:rPr>
              <a:t>Lofar 2</a:t>
            </a:r>
          </a:p>
          <a:p>
            <a:r>
              <a:rPr sz="800">
                <a:hlinkClick r:id="rId9"/>
              </a:rPr>
              <a:t>Lofar 3</a:t>
            </a:r>
          </a:p>
        </p:txBody>
      </p:sp>
      <p:sp>
        <p:nvSpPr>
          <p:cNvPr id="7" name="Rounded Rectangle 6"/>
          <p:cNvSpPr/>
          <p:nvPr>
            <a:hlinkClick r:id="rId10"/>
          </p:nvPr>
        </p:nvSpPr>
        <p:spPr>
          <a:xfrm>
            <a:off x="4948732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23: Star Destroyer contact bearing 214, codename Mustafar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48732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11"/>
              </a:rPr>
              <a:t>Lofar 1</a:t>
            </a:r>
          </a:p>
          <a:p>
            <a:r>
              <a:rPr sz="800">
                <a:hlinkClick r:id="rId12"/>
              </a:rPr>
              <a:t>Lofar 2</a:t>
            </a:r>
          </a:p>
          <a:p>
            <a:r>
              <a:rPr sz="800">
                <a:hlinkClick r:id="rId13"/>
              </a:rPr>
              <a:t>Lofar 3</a:t>
            </a:r>
          </a:p>
        </p:txBody>
      </p:sp>
      <p:sp>
        <p:nvSpPr>
          <p:cNvPr id="9" name="Rounded Rectangle 8"/>
          <p:cNvSpPr/>
          <p:nvPr>
            <a:hlinkClick r:id="rId14"/>
          </p:nvPr>
        </p:nvSpPr>
        <p:spPr>
          <a:xfrm>
            <a:off x="7240219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24: Corellian Corvette contact bearing 131, codename Caprica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40219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15"/>
              </a:rPr>
              <a:t>Lofar 1</a:t>
            </a:r>
          </a:p>
          <a:p>
            <a:r>
              <a:rPr sz="800">
                <a:hlinkClick r:id="rId16"/>
              </a:rPr>
              <a:t>Lofar 2</a:t>
            </a:r>
          </a:p>
          <a:p>
            <a:r>
              <a:rPr sz="800">
                <a:hlinkClick r:id="rId17"/>
              </a:rPr>
              <a:t>Lofar 3</a:t>
            </a:r>
          </a:p>
        </p:txBody>
      </p:sp>
      <p:sp>
        <p:nvSpPr>
          <p:cNvPr id="11" name="Rounded Rectangle 10"/>
          <p:cNvSpPr/>
          <p:nvPr>
            <a:hlinkClick r:id="rId18"/>
          </p:nvPr>
        </p:nvSpPr>
        <p:spPr>
          <a:xfrm>
            <a:off x="9531705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25: FR Akira-class, Category 2, Risa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31705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19"/>
              </a:rPr>
              <a:t>Lofar 1</a:t>
            </a:r>
          </a:p>
        </p:txBody>
      </p:sp>
      <p:sp>
        <p:nvSpPr>
          <p:cNvPr id="13" name="Rounded Rectangle 12"/>
          <p:cNvSpPr/>
          <p:nvPr>
            <a:hlinkClick r:id="rId20"/>
          </p:nvPr>
        </p:nvSpPr>
        <p:spPr>
          <a:xfrm>
            <a:off x="365760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26: FR Intrepid-class, Category 4, Kronos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21"/>
              </a:rPr>
              <a:t>Lofar 1</a:t>
            </a:r>
          </a:p>
          <a:p>
            <a:r>
              <a:rPr sz="800">
                <a:hlinkClick r:id="rId22"/>
              </a:rPr>
              <a:t>Lofar 2</a:t>
            </a:r>
          </a:p>
        </p:txBody>
      </p:sp>
      <p:sp>
        <p:nvSpPr>
          <p:cNvPr id="15" name="Rounded Rectangle 14"/>
          <p:cNvSpPr/>
          <p:nvPr>
            <a:hlinkClick r:id="rId23"/>
          </p:nvPr>
        </p:nvSpPr>
        <p:spPr>
          <a:xfrm>
            <a:off x="2657246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27: Slave I contact bearing 006, codename Risa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7246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24"/>
              </a:rPr>
              <a:t>Lofar 1</a:t>
            </a:r>
          </a:p>
          <a:p>
            <a:r>
              <a:rPr sz="800">
                <a:hlinkClick r:id="rId25"/>
              </a:rPr>
              <a:t>Lofar 2</a:t>
            </a:r>
          </a:p>
          <a:p>
            <a:r>
              <a:rPr sz="800">
                <a:hlinkClick r:id="rId26"/>
              </a:rPr>
              <a:t>Lofar 3</a:t>
            </a:r>
          </a:p>
        </p:txBody>
      </p:sp>
      <p:sp>
        <p:nvSpPr>
          <p:cNvPr id="17" name="Rounded Rectangle 16"/>
          <p:cNvSpPr/>
          <p:nvPr>
            <a:hlinkClick r:id="rId27"/>
          </p:nvPr>
        </p:nvSpPr>
        <p:spPr>
          <a:xfrm>
            <a:off x="4948732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28: FR Nebula-class, Category 3, Coruscant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48732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28"/>
              </a:rPr>
              <a:t>Lofar 1</a:t>
            </a:r>
          </a:p>
          <a:p>
            <a:r>
              <a:rPr sz="800">
                <a:hlinkClick r:id="rId29"/>
              </a:rPr>
              <a:t>Lofar 2</a:t>
            </a:r>
          </a:p>
          <a:p>
            <a:r>
              <a:rPr sz="800">
                <a:hlinkClick r:id="rId30"/>
              </a:rPr>
              <a:t>Lofar 3</a:t>
            </a:r>
          </a:p>
          <a:p>
            <a:r>
              <a:rPr sz="800">
                <a:hlinkClick r:id="rId31"/>
              </a:rPr>
              <a:t>Lofar 4</a:t>
            </a:r>
          </a:p>
        </p:txBody>
      </p:sp>
      <p:sp>
        <p:nvSpPr>
          <p:cNvPr id="19" name="Rounded Rectangle 18"/>
          <p:cNvSpPr/>
          <p:nvPr>
            <a:hlinkClick r:id="rId32"/>
          </p:nvPr>
        </p:nvSpPr>
        <p:spPr>
          <a:xfrm>
            <a:off x="7240219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29: FR Reliant, Category 2, Kobol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40219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33"/>
              </a:rPr>
              <a:t>Lofar 1</a:t>
            </a:r>
          </a:p>
        </p:txBody>
      </p:sp>
      <p:sp>
        <p:nvSpPr>
          <p:cNvPr id="21" name="Rounded Rectangle 20"/>
          <p:cNvSpPr/>
          <p:nvPr>
            <a:hlinkClick r:id="rId34"/>
          </p:nvPr>
        </p:nvSpPr>
        <p:spPr>
          <a:xfrm>
            <a:off x="9531705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30: FR Corellian Corvette, Category 1, Dank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31705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35"/>
              </a:rPr>
              <a:t>Lofar 1</a:t>
            </a:r>
          </a:p>
          <a:p>
            <a:r>
              <a:rPr sz="800">
                <a:hlinkClick r:id="rId36"/>
              </a:rPr>
              <a:t>Lofar 2</a:t>
            </a:r>
          </a:p>
          <a:p>
            <a:r>
              <a:rPr sz="800">
                <a:hlinkClick r:id="rId37"/>
              </a:rPr>
              <a:t>Lofar 3</a:t>
            </a:r>
          </a:p>
          <a:p>
            <a:r>
              <a:rPr sz="800">
                <a:hlinkClick r:id="rId38"/>
              </a:rPr>
              <a:t>Lofar 4</a:t>
            </a:r>
          </a:p>
        </p:txBody>
      </p:sp>
      <p:sp>
        <p:nvSpPr>
          <p:cNvPr id="23" name="Rounded Rectangle 22"/>
          <p:cNvSpPr/>
          <p:nvPr>
            <a:hlinkClick r:id="rId39"/>
          </p:nvPr>
        </p:nvSpPr>
        <p:spPr>
          <a:xfrm>
            <a:off x="365760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31: A-wing contact bearing 298, codename Dank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40"/>
              </a:rPr>
              <a:t>Lofar 1</a:t>
            </a:r>
          </a:p>
        </p:txBody>
      </p:sp>
      <p:sp>
        <p:nvSpPr>
          <p:cNvPr id="25" name="Rounded Rectangle 24"/>
          <p:cNvSpPr/>
          <p:nvPr>
            <a:hlinkClick r:id="rId41"/>
          </p:nvPr>
        </p:nvSpPr>
        <p:spPr>
          <a:xfrm>
            <a:off x="2657246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32: FR Ghost, Category 1, Dank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7246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42"/>
              </a:rPr>
              <a:t>Lofar 1</a:t>
            </a:r>
          </a:p>
          <a:p>
            <a:r>
              <a:rPr sz="800">
                <a:hlinkClick r:id="rId43"/>
              </a:rPr>
              <a:t>Lofar 2</a:t>
            </a:r>
          </a:p>
          <a:p>
            <a:r>
              <a:rPr sz="800">
                <a:hlinkClick r:id="rId44"/>
              </a:rPr>
              <a:t>Lofar 3</a:t>
            </a:r>
          </a:p>
        </p:txBody>
      </p:sp>
      <p:sp>
        <p:nvSpPr>
          <p:cNvPr id="27" name="Rounded Rectangle 26"/>
          <p:cNvSpPr/>
          <p:nvPr>
            <a:hlinkClick r:id="rId45"/>
          </p:nvPr>
        </p:nvSpPr>
        <p:spPr>
          <a:xfrm>
            <a:off x="4948732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33: FR Nebulon-B, Category 2, Mustafar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48732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46"/>
              </a:rPr>
              <a:t>Lofar 1</a:t>
            </a:r>
          </a:p>
          <a:p>
            <a:r>
              <a:rPr sz="800">
                <a:hlinkClick r:id="rId47"/>
              </a:rPr>
              <a:t>Lofar 2</a:t>
            </a:r>
          </a:p>
          <a:p>
            <a:r>
              <a:rPr sz="800">
                <a:hlinkClick r:id="rId48"/>
              </a:rPr>
              <a:t>Lofar 3</a:t>
            </a:r>
          </a:p>
        </p:txBody>
      </p:sp>
      <p:sp>
        <p:nvSpPr>
          <p:cNvPr id="29" name="Rounded Rectangle 28"/>
          <p:cNvSpPr/>
          <p:nvPr>
            <a:hlinkClick r:id="rId49"/>
          </p:nvPr>
        </p:nvSpPr>
        <p:spPr>
          <a:xfrm>
            <a:off x="7240219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34: FR Discovery, Category 3, Dank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40219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50"/>
              </a:rPr>
              <a:t>Lofar 1</a:t>
            </a:r>
          </a:p>
        </p:txBody>
      </p:sp>
      <p:sp>
        <p:nvSpPr>
          <p:cNvPr id="31" name="Rounded Rectangle 30"/>
          <p:cNvSpPr/>
          <p:nvPr>
            <a:hlinkClick r:id="rId51"/>
          </p:nvPr>
        </p:nvSpPr>
        <p:spPr>
          <a:xfrm>
            <a:off x="9531705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35: FR Cerritos, Category 3, Naboo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31705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52"/>
              </a:rPr>
              <a:t>Lofar 1</a:t>
            </a:r>
          </a:p>
          <a:p>
            <a:r>
              <a:rPr sz="800">
                <a:hlinkClick r:id="rId53"/>
              </a:rPr>
              <a:t>Lofar 2</a:t>
            </a:r>
          </a:p>
          <a:p>
            <a:r>
              <a:rPr sz="800">
                <a:hlinkClick r:id="rId54"/>
              </a:rPr>
              <a:t>Lofar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ctr"/>
            <a:r>
              <a:rPr sz="2000" b="1">
                <a:solidFill>
                  <a:srgbClr val="FFFFFF"/>
                </a:solidFill>
              </a:rPr>
              <a:t>Instructor Pub10_Ed22B_Updated — Page 3 of 5</a:t>
            </a:r>
          </a:p>
        </p:txBody>
      </p:sp>
      <p:sp>
        <p:nvSpPr>
          <p:cNvPr id="3" name="Rounded Rectangle 2"/>
          <p:cNvSpPr/>
          <p:nvPr>
            <a:hlinkClick r:id="rId2"/>
          </p:nvPr>
        </p:nvSpPr>
        <p:spPr>
          <a:xfrm>
            <a:off x="365760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37: FR Discovery, Category 1, Gandalf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3"/>
              </a:rPr>
              <a:t>Lofar 1</a:t>
            </a:r>
          </a:p>
          <a:p>
            <a:r>
              <a:rPr sz="800">
                <a:hlinkClick r:id="rId4"/>
              </a:rPr>
              <a:t>Lofar 2</a:t>
            </a:r>
          </a:p>
          <a:p>
            <a:r>
              <a:rPr sz="800">
                <a:hlinkClick r:id="rId5"/>
              </a:rPr>
              <a:t>Lofar 3</a:t>
            </a:r>
          </a:p>
        </p:txBody>
      </p:sp>
      <p:sp>
        <p:nvSpPr>
          <p:cNvPr id="5" name="Rounded Rectangle 4"/>
          <p:cNvSpPr/>
          <p:nvPr>
            <a:hlinkClick r:id="rId6"/>
          </p:nvPr>
        </p:nvSpPr>
        <p:spPr>
          <a:xfrm>
            <a:off x="2657246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39: FR Defiant-class, Category 1, Coruscant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7246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7"/>
              </a:rPr>
              <a:t>Lofar 1</a:t>
            </a:r>
          </a:p>
          <a:p>
            <a:r>
              <a:rPr sz="800">
                <a:hlinkClick r:id="rId8"/>
              </a:rPr>
              <a:t>Lofar 2</a:t>
            </a:r>
          </a:p>
        </p:txBody>
      </p:sp>
      <p:sp>
        <p:nvSpPr>
          <p:cNvPr id="7" name="Rounded Rectangle 6"/>
          <p:cNvSpPr/>
          <p:nvPr>
            <a:hlinkClick r:id="rId9"/>
          </p:nvPr>
        </p:nvSpPr>
        <p:spPr>
          <a:xfrm>
            <a:off x="4948732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40: FR Outrider, Category 1, Hoth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48732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10"/>
              </a:rPr>
              <a:t>Lofar 1</a:t>
            </a:r>
          </a:p>
          <a:p>
            <a:r>
              <a:rPr sz="800">
                <a:hlinkClick r:id="rId11"/>
              </a:rPr>
              <a:t>Lofar 2</a:t>
            </a:r>
          </a:p>
        </p:txBody>
      </p:sp>
      <p:sp>
        <p:nvSpPr>
          <p:cNvPr id="9" name="Rounded Rectangle 8"/>
          <p:cNvSpPr/>
          <p:nvPr>
            <a:hlinkClick r:id="rId12"/>
          </p:nvPr>
        </p:nvSpPr>
        <p:spPr>
          <a:xfrm>
            <a:off x="7240219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43: Nebulon-B contact bearing 034, codename Kronos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40219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13"/>
              </a:rPr>
              <a:t>Lofar 1</a:t>
            </a:r>
          </a:p>
          <a:p>
            <a:r>
              <a:rPr sz="800">
                <a:hlinkClick r:id="rId14"/>
              </a:rPr>
              <a:t>Lofar 2</a:t>
            </a:r>
          </a:p>
          <a:p>
            <a:r>
              <a:rPr sz="800">
                <a:hlinkClick r:id="rId15"/>
              </a:rPr>
              <a:t>Lofar 3</a:t>
            </a:r>
          </a:p>
        </p:txBody>
      </p:sp>
      <p:sp>
        <p:nvSpPr>
          <p:cNvPr id="11" name="Rounded Rectangle 10"/>
          <p:cNvSpPr/>
          <p:nvPr>
            <a:hlinkClick r:id="rId16"/>
          </p:nvPr>
        </p:nvSpPr>
        <p:spPr>
          <a:xfrm>
            <a:off x="9531705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44: FR X-wing, Category 4, Vulcan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31705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17"/>
              </a:rPr>
              <a:t>Lofar 1</a:t>
            </a:r>
          </a:p>
          <a:p>
            <a:r>
              <a:rPr sz="800">
                <a:hlinkClick r:id="rId18"/>
              </a:rPr>
              <a:t>Lofar 2</a:t>
            </a:r>
          </a:p>
          <a:p>
            <a:r>
              <a:rPr sz="800">
                <a:hlinkClick r:id="rId19"/>
              </a:rPr>
              <a:t>Lofar 3</a:t>
            </a:r>
          </a:p>
        </p:txBody>
      </p:sp>
      <p:sp>
        <p:nvSpPr>
          <p:cNvPr id="13" name="Rounded Rectangle 12"/>
          <p:cNvSpPr/>
          <p:nvPr>
            <a:hlinkClick r:id="rId20"/>
          </p:nvPr>
        </p:nvSpPr>
        <p:spPr>
          <a:xfrm>
            <a:off x="365760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46: FR Lambda Shuttle, Category 2, Endor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21"/>
              </a:rPr>
              <a:t>Lofar 1</a:t>
            </a:r>
          </a:p>
        </p:txBody>
      </p:sp>
      <p:sp>
        <p:nvSpPr>
          <p:cNvPr id="15" name="Rounded Rectangle 14"/>
          <p:cNvSpPr/>
          <p:nvPr>
            <a:hlinkClick r:id="rId22"/>
          </p:nvPr>
        </p:nvSpPr>
        <p:spPr>
          <a:xfrm>
            <a:off x="2657246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47: Intrepid-class contact bearing 304, codename Hoth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7246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23"/>
              </a:rPr>
              <a:t>Lofar 1</a:t>
            </a:r>
          </a:p>
          <a:p>
            <a:r>
              <a:rPr sz="800">
                <a:hlinkClick r:id="rId24"/>
              </a:rPr>
              <a:t>Lofar 2</a:t>
            </a:r>
          </a:p>
        </p:txBody>
      </p:sp>
      <p:sp>
        <p:nvSpPr>
          <p:cNvPr id="17" name="Rounded Rectangle 16"/>
          <p:cNvSpPr/>
          <p:nvPr>
            <a:hlinkClick r:id="rId25"/>
          </p:nvPr>
        </p:nvSpPr>
        <p:spPr>
          <a:xfrm>
            <a:off x="4948732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48: FR Nebula-class, Category 2, Romulus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48732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26"/>
              </a:rPr>
              <a:t>Lofar 1</a:t>
            </a:r>
          </a:p>
        </p:txBody>
      </p:sp>
      <p:sp>
        <p:nvSpPr>
          <p:cNvPr id="19" name="Rounded Rectangle 18"/>
          <p:cNvSpPr/>
          <p:nvPr>
            <a:hlinkClick r:id="rId27"/>
          </p:nvPr>
        </p:nvSpPr>
        <p:spPr>
          <a:xfrm>
            <a:off x="7240219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49: FR Stargazer, Category 4, Dagobah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40219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28"/>
              </a:rPr>
              <a:t>Lofar 1</a:t>
            </a:r>
          </a:p>
          <a:p>
            <a:r>
              <a:rPr sz="800">
                <a:hlinkClick r:id="rId29"/>
              </a:rPr>
              <a:t>Lofar 2</a:t>
            </a:r>
          </a:p>
          <a:p>
            <a:r>
              <a:rPr sz="800">
                <a:hlinkClick r:id="rId30"/>
              </a:rPr>
              <a:t>Lofar 3</a:t>
            </a:r>
          </a:p>
        </p:txBody>
      </p:sp>
      <p:sp>
        <p:nvSpPr>
          <p:cNvPr id="21" name="Rounded Rectangle 20"/>
          <p:cNvSpPr/>
          <p:nvPr>
            <a:hlinkClick r:id="rId31"/>
          </p:nvPr>
        </p:nvSpPr>
        <p:spPr>
          <a:xfrm>
            <a:off x="9531705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50: FR Akira-class, Category 2, Coruscant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31705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32"/>
              </a:rPr>
              <a:t>Lofar 1</a:t>
            </a:r>
          </a:p>
          <a:p>
            <a:r>
              <a:rPr sz="800">
                <a:hlinkClick r:id="rId33"/>
              </a:rPr>
              <a:t>Lofar 2</a:t>
            </a:r>
          </a:p>
        </p:txBody>
      </p:sp>
      <p:sp>
        <p:nvSpPr>
          <p:cNvPr id="23" name="Rounded Rectangle 22"/>
          <p:cNvSpPr/>
          <p:nvPr>
            <a:hlinkClick r:id="rId34"/>
          </p:nvPr>
        </p:nvSpPr>
        <p:spPr>
          <a:xfrm>
            <a:off x="365760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51: FR Slave I, Category 2, Naboo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35"/>
              </a:rPr>
              <a:t>Lofar 1</a:t>
            </a:r>
          </a:p>
          <a:p>
            <a:r>
              <a:rPr sz="800">
                <a:hlinkClick r:id="rId36"/>
              </a:rPr>
              <a:t>Lofar 2</a:t>
            </a:r>
          </a:p>
        </p:txBody>
      </p:sp>
      <p:sp>
        <p:nvSpPr>
          <p:cNvPr id="25" name="Rounded Rectangle 24"/>
          <p:cNvSpPr/>
          <p:nvPr>
            <a:hlinkClick r:id="rId37"/>
          </p:nvPr>
        </p:nvSpPr>
        <p:spPr>
          <a:xfrm>
            <a:off x="2657246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52: Nebula-class contact bearing 194, codename Dagobah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7246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38"/>
              </a:rPr>
              <a:t>Lofar 1</a:t>
            </a:r>
          </a:p>
        </p:txBody>
      </p:sp>
      <p:sp>
        <p:nvSpPr>
          <p:cNvPr id="27" name="Rounded Rectangle 26"/>
          <p:cNvSpPr/>
          <p:nvPr>
            <a:hlinkClick r:id="rId39"/>
          </p:nvPr>
        </p:nvSpPr>
        <p:spPr>
          <a:xfrm>
            <a:off x="4948732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54: FR Cerritos, Category 3, Vulcan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48732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40"/>
              </a:rPr>
              <a:t>Lofar 1</a:t>
            </a:r>
          </a:p>
          <a:p>
            <a:r>
              <a:rPr sz="800">
                <a:hlinkClick r:id="rId41"/>
              </a:rPr>
              <a:t>Lofar 2</a:t>
            </a:r>
          </a:p>
          <a:p>
            <a:r>
              <a:rPr sz="800">
                <a:hlinkClick r:id="rId42"/>
              </a:rPr>
              <a:t>Lofar 3</a:t>
            </a:r>
          </a:p>
          <a:p>
            <a:r>
              <a:rPr sz="800">
                <a:hlinkClick r:id="rId43"/>
              </a:rPr>
              <a:t>Lofar 4</a:t>
            </a:r>
          </a:p>
        </p:txBody>
      </p:sp>
      <p:sp>
        <p:nvSpPr>
          <p:cNvPr id="29" name="Rounded Rectangle 28"/>
          <p:cNvSpPr/>
          <p:nvPr>
            <a:hlinkClick r:id="rId44"/>
          </p:nvPr>
        </p:nvSpPr>
        <p:spPr>
          <a:xfrm>
            <a:off x="7240219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55: FR Akira-class, Category 3, Betazed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40219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45"/>
              </a:rPr>
              <a:t>Lofar 1</a:t>
            </a:r>
          </a:p>
        </p:txBody>
      </p:sp>
      <p:sp>
        <p:nvSpPr>
          <p:cNvPr id="31" name="Rounded Rectangle 30"/>
          <p:cNvSpPr/>
          <p:nvPr>
            <a:hlinkClick r:id="rId46"/>
          </p:nvPr>
        </p:nvSpPr>
        <p:spPr>
          <a:xfrm>
            <a:off x="9531705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56: FR Discovery, Category 3, Kobol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31705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47"/>
              </a:rPr>
              <a:t>Lofar 1</a:t>
            </a:r>
          </a:p>
          <a:p>
            <a:r>
              <a:rPr sz="800">
                <a:hlinkClick r:id="rId48"/>
              </a:rPr>
              <a:t>Lofar 2</a:t>
            </a:r>
          </a:p>
          <a:p>
            <a:r>
              <a:rPr sz="800">
                <a:hlinkClick r:id="rId49"/>
              </a:rPr>
              <a:t>Lofar 3</a:t>
            </a:r>
          </a:p>
          <a:p>
            <a:r>
              <a:rPr sz="800">
                <a:hlinkClick r:id="rId50"/>
              </a:rPr>
              <a:t>Lofar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ctr"/>
            <a:r>
              <a:rPr sz="2000" b="1">
                <a:solidFill>
                  <a:srgbClr val="FFFFFF"/>
                </a:solidFill>
              </a:rPr>
              <a:t>Instructor Pub10_Ed22B_Updated — Page 4 of 5</a:t>
            </a:r>
          </a:p>
        </p:txBody>
      </p:sp>
      <p:sp>
        <p:nvSpPr>
          <p:cNvPr id="3" name="Rounded Rectangle 2"/>
          <p:cNvSpPr/>
          <p:nvPr>
            <a:hlinkClick r:id="rId2"/>
          </p:nvPr>
        </p:nvSpPr>
        <p:spPr>
          <a:xfrm>
            <a:off x="365760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57: Imperial-class contact bearing 089, codename Dagobah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3"/>
              </a:rPr>
              <a:t>Lofar 1</a:t>
            </a:r>
          </a:p>
          <a:p>
            <a:r>
              <a:rPr sz="800">
                <a:hlinkClick r:id="rId4"/>
              </a:rPr>
              <a:t>Lofar 2</a:t>
            </a:r>
          </a:p>
          <a:p>
            <a:r>
              <a:rPr sz="800">
                <a:hlinkClick r:id="rId5"/>
              </a:rPr>
              <a:t>Lofar 3</a:t>
            </a:r>
          </a:p>
        </p:txBody>
      </p:sp>
      <p:sp>
        <p:nvSpPr>
          <p:cNvPr id="5" name="Rounded Rectangle 4"/>
          <p:cNvSpPr/>
          <p:nvPr>
            <a:hlinkClick r:id="rId6"/>
          </p:nvPr>
        </p:nvSpPr>
        <p:spPr>
          <a:xfrm>
            <a:off x="2657246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58: FR Tantive IV, Category 3, Yavin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7246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7"/>
              </a:rPr>
              <a:t>Lofar 1</a:t>
            </a:r>
          </a:p>
          <a:p>
            <a:r>
              <a:rPr sz="800">
                <a:hlinkClick r:id="rId8"/>
              </a:rPr>
              <a:t>Lofar 2</a:t>
            </a:r>
          </a:p>
        </p:txBody>
      </p:sp>
      <p:sp>
        <p:nvSpPr>
          <p:cNvPr id="7" name="Rounded Rectangle 6"/>
          <p:cNvSpPr/>
          <p:nvPr>
            <a:hlinkClick r:id="rId9"/>
          </p:nvPr>
        </p:nvSpPr>
        <p:spPr>
          <a:xfrm>
            <a:off x="4948732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59: FR Akira-class, Category 3, Kobol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48732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10"/>
              </a:rPr>
              <a:t>Lofar 1</a:t>
            </a:r>
          </a:p>
          <a:p>
            <a:r>
              <a:rPr sz="800">
                <a:hlinkClick r:id="rId11"/>
              </a:rPr>
              <a:t>Lofar 2</a:t>
            </a:r>
          </a:p>
          <a:p>
            <a:r>
              <a:rPr sz="800">
                <a:hlinkClick r:id="rId12"/>
              </a:rPr>
              <a:t>Lofar 3</a:t>
            </a:r>
          </a:p>
        </p:txBody>
      </p:sp>
      <p:sp>
        <p:nvSpPr>
          <p:cNvPr id="9" name="Rounded Rectangle 8"/>
          <p:cNvSpPr/>
          <p:nvPr>
            <a:hlinkClick r:id="rId13"/>
          </p:nvPr>
        </p:nvSpPr>
        <p:spPr>
          <a:xfrm>
            <a:off x="7240219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60: Constitution-class contact bearing 355, codename Dank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40219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14"/>
              </a:rPr>
              <a:t>Lofar 1</a:t>
            </a:r>
          </a:p>
        </p:txBody>
      </p:sp>
      <p:sp>
        <p:nvSpPr>
          <p:cNvPr id="11" name="Rounded Rectangle 10"/>
          <p:cNvSpPr/>
          <p:nvPr>
            <a:hlinkClick r:id="rId15"/>
          </p:nvPr>
        </p:nvSpPr>
        <p:spPr>
          <a:xfrm>
            <a:off x="9531705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61: FR Nebulon-B, Category 4, Hoth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31705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16"/>
              </a:rPr>
              <a:t>Lofar 1</a:t>
            </a:r>
          </a:p>
          <a:p>
            <a:r>
              <a:rPr sz="800">
                <a:hlinkClick r:id="rId17"/>
              </a:rPr>
              <a:t>Lofar 2</a:t>
            </a:r>
          </a:p>
          <a:p>
            <a:r>
              <a:rPr sz="800">
                <a:hlinkClick r:id="rId18"/>
              </a:rPr>
              <a:t>Lofar 3</a:t>
            </a:r>
          </a:p>
        </p:txBody>
      </p:sp>
      <p:sp>
        <p:nvSpPr>
          <p:cNvPr id="13" name="Rounded Rectangle 12"/>
          <p:cNvSpPr/>
          <p:nvPr>
            <a:hlinkClick r:id="rId19"/>
          </p:nvPr>
        </p:nvSpPr>
        <p:spPr>
          <a:xfrm>
            <a:off x="365760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62: Millennium Falcon contact bearing 148, codename Cardassia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20"/>
              </a:rPr>
              <a:t>Lofar 1</a:t>
            </a:r>
          </a:p>
          <a:p>
            <a:r>
              <a:rPr sz="800">
                <a:hlinkClick r:id="rId21"/>
              </a:rPr>
              <a:t>Lofar 2</a:t>
            </a:r>
          </a:p>
        </p:txBody>
      </p:sp>
      <p:sp>
        <p:nvSpPr>
          <p:cNvPr id="15" name="Rounded Rectangle 14"/>
          <p:cNvSpPr/>
          <p:nvPr>
            <a:hlinkClick r:id="rId22"/>
          </p:nvPr>
        </p:nvSpPr>
        <p:spPr>
          <a:xfrm>
            <a:off x="2657246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63: FR Defiant-class, Category 3, Yavin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7246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23"/>
              </a:rPr>
              <a:t>Lofar 1</a:t>
            </a:r>
          </a:p>
          <a:p>
            <a:r>
              <a:rPr sz="800">
                <a:hlinkClick r:id="rId24"/>
              </a:rPr>
              <a:t>Lofar 2</a:t>
            </a:r>
          </a:p>
          <a:p>
            <a:r>
              <a:rPr sz="800">
                <a:hlinkClick r:id="rId25"/>
              </a:rPr>
              <a:t>Lofar 3</a:t>
            </a:r>
          </a:p>
          <a:p>
            <a:r>
              <a:rPr sz="800">
                <a:hlinkClick r:id="rId26"/>
              </a:rPr>
              <a:t>Lofar 4</a:t>
            </a:r>
          </a:p>
        </p:txBody>
      </p:sp>
      <p:sp>
        <p:nvSpPr>
          <p:cNvPr id="17" name="Rounded Rectangle 16"/>
          <p:cNvSpPr/>
          <p:nvPr>
            <a:hlinkClick r:id="rId27"/>
          </p:nvPr>
        </p:nvSpPr>
        <p:spPr>
          <a:xfrm>
            <a:off x="4948732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64: FR Excelsior, Category 4, Mustafar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48732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28"/>
              </a:rPr>
              <a:t>Lofar 1</a:t>
            </a:r>
          </a:p>
          <a:p>
            <a:r>
              <a:rPr sz="800">
                <a:hlinkClick r:id="rId29"/>
              </a:rPr>
              <a:t>Lofar 2</a:t>
            </a:r>
          </a:p>
          <a:p>
            <a:r>
              <a:rPr sz="800">
                <a:hlinkClick r:id="rId30"/>
              </a:rPr>
              <a:t>Lofar 3</a:t>
            </a:r>
          </a:p>
        </p:txBody>
      </p:sp>
      <p:sp>
        <p:nvSpPr>
          <p:cNvPr id="19" name="Rounded Rectangle 18"/>
          <p:cNvSpPr/>
          <p:nvPr>
            <a:hlinkClick r:id="rId31"/>
          </p:nvPr>
        </p:nvSpPr>
        <p:spPr>
          <a:xfrm>
            <a:off x="7240219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65: Galaxy-class contact bearing 151, codename Gandalf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40219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32"/>
              </a:rPr>
              <a:t>Lofar 1</a:t>
            </a:r>
          </a:p>
          <a:p>
            <a:r>
              <a:rPr sz="800">
                <a:hlinkClick r:id="rId33"/>
              </a:rPr>
              <a:t>Lofar 2</a:t>
            </a:r>
          </a:p>
          <a:p>
            <a:r>
              <a:rPr sz="800">
                <a:hlinkClick r:id="rId34"/>
              </a:rPr>
              <a:t>Lofar 3</a:t>
            </a:r>
          </a:p>
        </p:txBody>
      </p:sp>
      <p:sp>
        <p:nvSpPr>
          <p:cNvPr id="21" name="Rounded Rectangle 20"/>
          <p:cNvSpPr/>
          <p:nvPr>
            <a:hlinkClick r:id="rId35"/>
          </p:nvPr>
        </p:nvSpPr>
        <p:spPr>
          <a:xfrm>
            <a:off x="9531705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66: FR Venator-class, Category 4, Cardassia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31705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36"/>
              </a:rPr>
              <a:t>Lofar 1</a:t>
            </a:r>
          </a:p>
          <a:p>
            <a:r>
              <a:rPr sz="800">
                <a:hlinkClick r:id="rId37"/>
              </a:rPr>
              <a:t>Lofar 2</a:t>
            </a:r>
          </a:p>
          <a:p>
            <a:r>
              <a:rPr sz="800">
                <a:hlinkClick r:id="rId38"/>
              </a:rPr>
              <a:t>Lofar 3</a:t>
            </a:r>
          </a:p>
          <a:p>
            <a:r>
              <a:rPr sz="800">
                <a:hlinkClick r:id="rId39"/>
              </a:rPr>
              <a:t>Lofar 4</a:t>
            </a:r>
          </a:p>
        </p:txBody>
      </p:sp>
      <p:sp>
        <p:nvSpPr>
          <p:cNvPr id="23" name="Rounded Rectangle 22"/>
          <p:cNvSpPr/>
          <p:nvPr>
            <a:hlinkClick r:id="rId40"/>
          </p:nvPr>
        </p:nvSpPr>
        <p:spPr>
          <a:xfrm>
            <a:off x="365760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67: Voyager contact bearing 029, codename Vulcan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41"/>
              </a:rPr>
              <a:t>Lofar 1</a:t>
            </a:r>
          </a:p>
          <a:p>
            <a:r>
              <a:rPr sz="800">
                <a:hlinkClick r:id="rId42"/>
              </a:rPr>
              <a:t>Lofar 2</a:t>
            </a:r>
          </a:p>
        </p:txBody>
      </p:sp>
      <p:sp>
        <p:nvSpPr>
          <p:cNvPr id="25" name="Rounded Rectangle 24"/>
          <p:cNvSpPr/>
          <p:nvPr>
            <a:hlinkClick r:id="rId43"/>
          </p:nvPr>
        </p:nvSpPr>
        <p:spPr>
          <a:xfrm>
            <a:off x="2657246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68: FR Akira-class, Category 4, Dank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7246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44"/>
              </a:rPr>
              <a:t>Lofar 1</a:t>
            </a:r>
          </a:p>
        </p:txBody>
      </p:sp>
      <p:sp>
        <p:nvSpPr>
          <p:cNvPr id="27" name="Rounded Rectangle 26"/>
          <p:cNvSpPr/>
          <p:nvPr>
            <a:hlinkClick r:id="rId45"/>
          </p:nvPr>
        </p:nvSpPr>
        <p:spPr>
          <a:xfrm>
            <a:off x="4948732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69: FR Razor Crest, Category 3, Hoth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48732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46"/>
              </a:rPr>
              <a:t>Lofar 1</a:t>
            </a:r>
          </a:p>
        </p:txBody>
      </p:sp>
      <p:sp>
        <p:nvSpPr>
          <p:cNvPr id="29" name="Rounded Rectangle 28"/>
          <p:cNvSpPr/>
          <p:nvPr>
            <a:hlinkClick r:id="rId47"/>
          </p:nvPr>
        </p:nvSpPr>
        <p:spPr>
          <a:xfrm>
            <a:off x="7240219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70: FR Nebulon-B, Category 4, Vulcan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40219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48"/>
              </a:rPr>
              <a:t>Lofar 1</a:t>
            </a:r>
          </a:p>
        </p:txBody>
      </p:sp>
      <p:sp>
        <p:nvSpPr>
          <p:cNvPr id="31" name="Rounded Rectangle 30"/>
          <p:cNvSpPr/>
          <p:nvPr>
            <a:hlinkClick r:id="rId49"/>
          </p:nvPr>
        </p:nvSpPr>
        <p:spPr>
          <a:xfrm>
            <a:off x="9531705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72: FR A-wing, Category 1, Gandalf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31705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50"/>
              </a:rPr>
              <a:t>Lofar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ctr"/>
            <a:r>
              <a:rPr sz="2000" b="1">
                <a:solidFill>
                  <a:srgbClr val="FFFFFF"/>
                </a:solidFill>
              </a:rPr>
              <a:t>Instructor Pub10_Ed22B_Updated — Page 5 of 5</a:t>
            </a:r>
          </a:p>
        </p:txBody>
      </p:sp>
      <p:sp>
        <p:nvSpPr>
          <p:cNvPr id="3" name="Rounded Rectangle 2"/>
          <p:cNvSpPr/>
          <p:nvPr>
            <a:hlinkClick r:id="rId2"/>
          </p:nvPr>
        </p:nvSpPr>
        <p:spPr>
          <a:xfrm>
            <a:off x="365760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74: Star Destroyer contact bearing 169, codename Bespin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3"/>
              </a:rPr>
              <a:t>Lofar 1</a:t>
            </a:r>
          </a:p>
          <a:p>
            <a:r>
              <a:rPr sz="800">
                <a:hlinkClick r:id="rId4"/>
              </a:rPr>
              <a:t>Lofar 2</a:t>
            </a:r>
          </a:p>
        </p:txBody>
      </p:sp>
      <p:sp>
        <p:nvSpPr>
          <p:cNvPr id="5" name="Rounded Rectangle 4"/>
          <p:cNvSpPr/>
          <p:nvPr>
            <a:hlinkClick r:id="rId5"/>
          </p:nvPr>
        </p:nvSpPr>
        <p:spPr>
          <a:xfrm>
            <a:off x="2657246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75: FR Intrepid-class, Category 1, Vulcan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7246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6"/>
              </a:rPr>
              <a:t>Lofar 1</a:t>
            </a:r>
          </a:p>
        </p:txBody>
      </p:sp>
      <p:sp>
        <p:nvSpPr>
          <p:cNvPr id="7" name="Rounded Rectangle 6"/>
          <p:cNvSpPr/>
          <p:nvPr>
            <a:hlinkClick r:id="rId7"/>
          </p:nvPr>
        </p:nvSpPr>
        <p:spPr>
          <a:xfrm>
            <a:off x="4948732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76: FR Y-wing, Category 4, Tatooine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48732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8"/>
              </a:rPr>
              <a:t>Lofar 1</a:t>
            </a:r>
          </a:p>
          <a:p>
            <a:r>
              <a:rPr sz="800">
                <a:hlinkClick r:id="rId9"/>
              </a:rPr>
              <a:t>Lofar 2</a:t>
            </a:r>
          </a:p>
        </p:txBody>
      </p:sp>
      <p:sp>
        <p:nvSpPr>
          <p:cNvPr id="9" name="Rounded Rectangle 8"/>
          <p:cNvSpPr/>
          <p:nvPr>
            <a:hlinkClick r:id="rId10"/>
          </p:nvPr>
        </p:nvSpPr>
        <p:spPr>
          <a:xfrm>
            <a:off x="7240219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77: FR Miranda-class, Category 3, Coruscant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40219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11"/>
              </a:rPr>
              <a:t>Lofar 1</a:t>
            </a:r>
          </a:p>
          <a:p>
            <a:r>
              <a:rPr sz="800">
                <a:hlinkClick r:id="rId12"/>
              </a:rPr>
              <a:t>Lofar 2</a:t>
            </a:r>
          </a:p>
        </p:txBody>
      </p:sp>
      <p:sp>
        <p:nvSpPr>
          <p:cNvPr id="11" name="Rounded Rectangle 10"/>
          <p:cNvSpPr/>
          <p:nvPr>
            <a:hlinkClick r:id="rId13"/>
          </p:nvPr>
        </p:nvSpPr>
        <p:spPr>
          <a:xfrm>
            <a:off x="9531705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78: Defiant-class contact bearing 142, codename Risa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31705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14"/>
              </a:rPr>
              <a:t>Lofar 1</a:t>
            </a:r>
          </a:p>
        </p:txBody>
      </p:sp>
      <p:sp>
        <p:nvSpPr>
          <p:cNvPr id="13" name="Rounded Rectangle 12"/>
          <p:cNvSpPr/>
          <p:nvPr>
            <a:hlinkClick r:id="rId15"/>
          </p:nvPr>
        </p:nvSpPr>
        <p:spPr>
          <a:xfrm>
            <a:off x="365760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79: FR Voyager, Category 1, Dank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16"/>
              </a:rPr>
              <a:t>Lofar 1</a:t>
            </a:r>
          </a:p>
          <a:p>
            <a:r>
              <a:rPr sz="800">
                <a:hlinkClick r:id="rId17"/>
              </a:rPr>
              <a:t>Lofar 2</a:t>
            </a:r>
          </a:p>
          <a:p>
            <a:r>
              <a:rPr sz="800">
                <a:hlinkClick r:id="rId18"/>
              </a:rPr>
              <a:t>Lofar 3</a:t>
            </a:r>
          </a:p>
          <a:p>
            <a:r>
              <a:rPr sz="800">
                <a:hlinkClick r:id="rId19"/>
              </a:rPr>
              <a:t>Lofar 4</a:t>
            </a:r>
          </a:p>
        </p:txBody>
      </p:sp>
      <p:sp>
        <p:nvSpPr>
          <p:cNvPr id="15" name="Rounded Rectangle 14"/>
          <p:cNvSpPr/>
          <p:nvPr>
            <a:hlinkClick r:id="rId20"/>
          </p:nvPr>
        </p:nvSpPr>
        <p:spPr>
          <a:xfrm>
            <a:off x="2657246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80: FR Mon Calamari Cruiser, Category 3, Cardassia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7246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21"/>
              </a:rPr>
              <a:t>Lofar 1</a:t>
            </a:r>
          </a:p>
          <a:p>
            <a:r>
              <a:rPr sz="800">
                <a:hlinkClick r:id="rId22"/>
              </a:rPr>
              <a:t>Lofar 2</a:t>
            </a:r>
          </a:p>
          <a:p>
            <a:r>
              <a:rPr sz="800">
                <a:hlinkClick r:id="rId23"/>
              </a:rPr>
              <a:t>Lofar 3</a:t>
            </a:r>
          </a:p>
          <a:p>
            <a:r>
              <a:rPr sz="800">
                <a:hlinkClick r:id="rId24"/>
              </a:rPr>
              <a:t>Lofar 4</a:t>
            </a:r>
          </a:p>
        </p:txBody>
      </p:sp>
      <p:sp>
        <p:nvSpPr>
          <p:cNvPr id="17" name="Rounded Rectangle 16"/>
          <p:cNvSpPr/>
          <p:nvPr>
            <a:hlinkClick r:id="rId25"/>
          </p:nvPr>
        </p:nvSpPr>
        <p:spPr>
          <a:xfrm>
            <a:off x="4948732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81: Prometheus contact bearing 167, codename Mustafar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48732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26"/>
              </a:rPr>
              <a:t>Lofar 1</a:t>
            </a:r>
          </a:p>
          <a:p>
            <a:r>
              <a:rPr sz="800">
                <a:hlinkClick r:id="rId27"/>
              </a:rPr>
              <a:t>Lofar 2</a:t>
            </a:r>
          </a:p>
          <a:p>
            <a:r>
              <a:rPr sz="800">
                <a:hlinkClick r:id="rId28"/>
              </a:rPr>
              <a:t>Lofar 3</a:t>
            </a:r>
          </a:p>
          <a:p>
            <a:r>
              <a:rPr sz="800">
                <a:hlinkClick r:id="rId29"/>
              </a:rPr>
              <a:t>Lofar 4</a:t>
            </a:r>
          </a:p>
        </p:txBody>
      </p:sp>
      <p:sp>
        <p:nvSpPr>
          <p:cNvPr id="19" name="Rounded Rectangle 18"/>
          <p:cNvSpPr/>
          <p:nvPr>
            <a:hlinkClick r:id="rId30"/>
          </p:nvPr>
        </p:nvSpPr>
        <p:spPr>
          <a:xfrm>
            <a:off x="7240219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82: Constitution-class contact bearing 066, codename Kronos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40219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31"/>
              </a:rPr>
              <a:t>Lofar 1</a:t>
            </a:r>
          </a:p>
          <a:p>
            <a:r>
              <a:rPr sz="800">
                <a:hlinkClick r:id="rId32"/>
              </a:rPr>
              <a:t>Lofar 2</a:t>
            </a:r>
          </a:p>
          <a:p>
            <a:r>
              <a:rPr sz="800">
                <a:hlinkClick r:id="rId33"/>
              </a:rPr>
              <a:t>Lofar 3</a:t>
            </a:r>
          </a:p>
        </p:txBody>
      </p:sp>
      <p:sp>
        <p:nvSpPr>
          <p:cNvPr id="21" name="Rounded Rectangle 20"/>
          <p:cNvSpPr/>
          <p:nvPr>
            <a:hlinkClick r:id="rId34"/>
          </p:nvPr>
        </p:nvSpPr>
        <p:spPr>
          <a:xfrm>
            <a:off x="9531705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83: FR A-wing, Category 2, Vulcan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31705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35"/>
              </a:rPr>
              <a:t>Lofar 1</a:t>
            </a:r>
          </a:p>
        </p:txBody>
      </p:sp>
      <p:sp>
        <p:nvSpPr>
          <p:cNvPr id="23" name="Rounded Rectangle 22"/>
          <p:cNvSpPr/>
          <p:nvPr>
            <a:hlinkClick r:id="rId36"/>
          </p:nvPr>
        </p:nvSpPr>
        <p:spPr>
          <a:xfrm>
            <a:off x="365760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84: FR Slave I, Category 4, Risa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37"/>
              </a:rPr>
              <a:t>Lofar 1</a:t>
            </a:r>
          </a:p>
          <a:p>
            <a:r>
              <a:rPr sz="800">
                <a:hlinkClick r:id="rId38"/>
              </a:rPr>
              <a:t>Lofar 2</a:t>
            </a:r>
          </a:p>
          <a:p>
            <a:r>
              <a:rPr sz="800">
                <a:hlinkClick r:id="rId39"/>
              </a:rPr>
              <a:t>Lofar 3</a:t>
            </a:r>
          </a:p>
          <a:p>
            <a:r>
              <a:rPr sz="800">
                <a:hlinkClick r:id="rId40"/>
              </a:rPr>
              <a:t>Lofar 4</a:t>
            </a:r>
          </a:p>
        </p:txBody>
      </p:sp>
      <p:sp>
        <p:nvSpPr>
          <p:cNvPr id="25" name="Rounded Rectangle 24"/>
          <p:cNvSpPr/>
          <p:nvPr>
            <a:hlinkClick r:id="rId41"/>
          </p:nvPr>
        </p:nvSpPr>
        <p:spPr>
          <a:xfrm>
            <a:off x="2657246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85: FR Razor Crest, Category 3, Bajor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7246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42"/>
              </a:rPr>
              <a:t>Lofar 1</a:t>
            </a:r>
          </a:p>
          <a:p>
            <a:r>
              <a:rPr sz="800">
                <a:hlinkClick r:id="rId43"/>
              </a:rPr>
              <a:t>Lofar 2</a:t>
            </a:r>
          </a:p>
        </p:txBody>
      </p:sp>
      <p:sp>
        <p:nvSpPr>
          <p:cNvPr id="27" name="Rounded Rectangle 26"/>
          <p:cNvSpPr/>
          <p:nvPr>
            <a:hlinkClick r:id="rId44"/>
          </p:nvPr>
        </p:nvSpPr>
        <p:spPr>
          <a:xfrm>
            <a:off x="4948732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86: FR Devastator, Category 2, Betazed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48732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45"/>
              </a:rPr>
              <a:t>Lofar 1</a:t>
            </a:r>
          </a:p>
        </p:txBody>
      </p:sp>
      <p:sp>
        <p:nvSpPr>
          <p:cNvPr id="29" name="Rounded Rectangle 28"/>
          <p:cNvSpPr/>
          <p:nvPr>
            <a:hlinkClick r:id="rId46"/>
          </p:nvPr>
        </p:nvSpPr>
        <p:spPr>
          <a:xfrm>
            <a:off x="7240219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87: FR Sovereign-class, Category 3, Dagobah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40219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47"/>
              </a:rPr>
              <a:t>Lofar 1</a:t>
            </a:r>
          </a:p>
          <a:p>
            <a:r>
              <a:rPr sz="800">
                <a:hlinkClick r:id="rId48"/>
              </a:rPr>
              <a:t>Lofar 2</a:t>
            </a:r>
          </a:p>
        </p:txBody>
      </p:sp>
      <p:sp>
        <p:nvSpPr>
          <p:cNvPr id="31" name="Rounded Rectangle 30"/>
          <p:cNvSpPr/>
          <p:nvPr>
            <a:hlinkClick r:id="rId49"/>
          </p:nvPr>
        </p:nvSpPr>
        <p:spPr>
          <a:xfrm>
            <a:off x="9531705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88: FR Nebula-class, Category 1, Cardassia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31705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50"/>
              </a:rPr>
              <a:t>Lofar 1</a:t>
            </a:r>
          </a:p>
          <a:p>
            <a:r>
              <a:rPr sz="800">
                <a:hlinkClick r:id="rId51"/>
              </a:rPr>
              <a:t>Lofar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