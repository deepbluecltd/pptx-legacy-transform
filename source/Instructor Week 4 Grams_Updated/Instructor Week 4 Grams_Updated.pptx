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4 Grams_Updated Files/Gram 1/Analysis.png" TargetMode="External"/><Relationship Id="rId3" Type="http://schemas.openxmlformats.org/officeDocument/2006/relationships/hyperlink" Target="Instructor Week 4 Grams_Updated Files/Gram 1/Lofar 1_b.glc" TargetMode="External"/><Relationship Id="rId4" Type="http://schemas.openxmlformats.org/officeDocument/2006/relationships/hyperlink" Target="Instructor Week 4 Grams_Updated Files/Gram 2/Analysis.png" TargetMode="External"/><Relationship Id="rId5" Type="http://schemas.openxmlformats.org/officeDocument/2006/relationships/hyperlink" Target="Instructor Week 4 Grams_Updated Files/Gram 2/Lofar 1 Loop 2.glc" TargetMode="External"/><Relationship Id="rId6" Type="http://schemas.openxmlformats.org/officeDocument/2006/relationships/hyperlink" Target="Instructor Week 4 Grams_Updated Files/Gram 2/Lofar 2_a.glc" TargetMode="External"/><Relationship Id="rId7" Type="http://schemas.openxmlformats.org/officeDocument/2006/relationships/hyperlink" Target="Instructor Week 4 Grams_Updated Files/Gram 3/Analysis Sheet.docx" TargetMode="External"/><Relationship Id="rId8" Type="http://schemas.openxmlformats.org/officeDocument/2006/relationships/hyperlink" Target="Instructor Week 4 Grams_Updated Files/Gram 3/Lofar 1_b.glc" TargetMode="External"/><Relationship Id="rId9" Type="http://schemas.openxmlformats.org/officeDocument/2006/relationships/hyperlink" Target="Instructor Week 4 Grams_Updated Files/Gram 4/Analysis Sheet.docx" TargetMode="External"/><Relationship Id="rId10" Type="http://schemas.openxmlformats.org/officeDocument/2006/relationships/hyperlink" Target="Instructor Week 4 Grams_Updated Files/Gram 4/Lofar 1.glc" TargetMode="External"/><Relationship Id="rId11" Type="http://schemas.openxmlformats.org/officeDocument/2006/relationships/hyperlink" Target="Instructor Week 4 Grams_Updated Files/Gram 4/Lofar 2.glc" TargetMode="External"/><Relationship Id="rId12" Type="http://schemas.openxmlformats.org/officeDocument/2006/relationships/hyperlink" Target="Instructor Week 4 Grams_Updated Files/Gram 5/Analysis.png" TargetMode="External"/><Relationship Id="rId13" Type="http://schemas.openxmlformats.org/officeDocument/2006/relationships/hyperlink" Target="Instructor Week 4 Grams_Updated Files/Gram 5/Lofar 1 Loop 2.glc" TargetMode="External"/><Relationship Id="rId14" Type="http://schemas.openxmlformats.org/officeDocument/2006/relationships/hyperlink" Target="Instructor Week 4 Grams_Updated Files/Gram 6/Analysis.png" TargetMode="External"/><Relationship Id="rId15" Type="http://schemas.openxmlformats.org/officeDocument/2006/relationships/hyperlink" Target="Instructor Week 4 Grams_Updated Files/Gram 6/Lofar 1.glc" TargetMode="External"/><Relationship Id="rId16" Type="http://schemas.openxmlformats.org/officeDocument/2006/relationships/hyperlink" Target="Instructor Week 4 Grams_Updated Files/Gram 7/Analysis Sheet.docx" TargetMode="External"/><Relationship Id="rId17" Type="http://schemas.openxmlformats.org/officeDocument/2006/relationships/hyperlink" Target="Instructor Week 4 Grams_Updated Files/Gram 7/Lofar 1_b.glc" TargetMode="External"/><Relationship Id="rId18" Type="http://schemas.openxmlformats.org/officeDocument/2006/relationships/hyperlink" Target="Instructor Week 4 Grams_Updated Files/Gram 8/Analysis.png" TargetMode="External"/><Relationship Id="rId19" Type="http://schemas.openxmlformats.org/officeDocument/2006/relationships/hyperlink" Target="Instructor Week 4 Grams_Updated Files/Gram 8/Lofar 1_a.glc" TargetMode="External"/><Relationship Id="rId20" Type="http://schemas.openxmlformats.org/officeDocument/2006/relationships/hyperlink" Target="Instructor Week 4 Grams_Updated Files/Gram 10/Analysis.png" TargetMode="External"/><Relationship Id="rId21" Type="http://schemas.openxmlformats.org/officeDocument/2006/relationships/hyperlink" Target="Instructor Week 4 Grams_Updated Files/Gram 10/Lofar 1 I.glc" TargetMode="External"/><Relationship Id="rId22" Type="http://schemas.openxmlformats.org/officeDocument/2006/relationships/hyperlink" Target="Instructor Week 4 Grams_Updated Files/Gram 10/Lofar 2_b.glc" TargetMode="External"/><Relationship Id="rId23" Type="http://schemas.openxmlformats.org/officeDocument/2006/relationships/hyperlink" Target="Instructor Week 4 Grams_Updated Files/Gram 11/Analysis.png" TargetMode="External"/><Relationship Id="rId24" Type="http://schemas.openxmlformats.org/officeDocument/2006/relationships/hyperlink" Target="Instructor Week 4 Grams_Updated Files/Gram 11/Lofar 1.glc" TargetMode="External"/><Relationship Id="rId25" Type="http://schemas.openxmlformats.org/officeDocument/2006/relationships/hyperlink" Target="Instructor Week 4 Grams_Updated Files/Gram 11/Lofar 2.glc" TargetMode="External"/><Relationship Id="rId26" Type="http://schemas.openxmlformats.org/officeDocument/2006/relationships/hyperlink" Target="Instructor Week 4 Grams_Updated Files/Gram 11/Lofar 3 ABC.glc" TargetMode="External"/><Relationship Id="rId27" Type="http://schemas.openxmlformats.org/officeDocument/2006/relationships/hyperlink" Target="Instructor Week 4 Grams_Updated Files/Gram 11/Lofar 4 Loop 1.glc" TargetMode="External"/><Relationship Id="rId28" Type="http://schemas.openxmlformats.org/officeDocument/2006/relationships/hyperlink" Target="Instructor Week 4 Grams_Updated Files/Gram 12/Analysis.png" TargetMode="External"/><Relationship Id="rId29" Type="http://schemas.openxmlformats.org/officeDocument/2006/relationships/hyperlink" Target="Instructor Week 4 Grams_Updated Files/Gram 12/Lofar 1.glc" TargetMode="External"/><Relationship Id="rId30" Type="http://schemas.openxmlformats.org/officeDocument/2006/relationships/hyperlink" Target="Instructor Week 4 Grams_Updated Files/Gram 12/Lofar 2_a.glc" TargetMode="External"/><Relationship Id="rId31" Type="http://schemas.openxmlformats.org/officeDocument/2006/relationships/hyperlink" Target="Instructor Week 4 Grams_Updated Files/Gram 13/Analysis.png" TargetMode="External"/><Relationship Id="rId32" Type="http://schemas.openxmlformats.org/officeDocument/2006/relationships/hyperlink" Target="Instructor Week 4 Grams_Updated Files/Gram 13/Lofar 1 ABC.glc" TargetMode="External"/><Relationship Id="rId33" Type="http://schemas.openxmlformats.org/officeDocument/2006/relationships/hyperlink" Target="Instructor Week 4 Grams_Updated Files/Gram 13/Lofar 2_a.glc" TargetMode="External"/><Relationship Id="rId34" Type="http://schemas.openxmlformats.org/officeDocument/2006/relationships/hyperlink" Target="Instructor Week 4 Grams_Updated Files/Gram 14/Analysis Sheet.docx" TargetMode="External"/><Relationship Id="rId35" Type="http://schemas.openxmlformats.org/officeDocument/2006/relationships/hyperlink" Target="Instructor Week 4 Grams_Updated Files/Gram 14/Lofar 1 Loop 1.glc" TargetMode="External"/><Relationship Id="rId36" Type="http://schemas.openxmlformats.org/officeDocument/2006/relationships/hyperlink" Target="Instructor Week 4 Grams_Updated Files/Gram 14/Lofar 2 ABC.glc" TargetMode="External"/><Relationship Id="rId37" Type="http://schemas.openxmlformats.org/officeDocument/2006/relationships/hyperlink" Target="Instructor Week 4 Grams_Updated Files/Gram 15/Analysis Sheet.docx" TargetMode="External"/><Relationship Id="rId38" Type="http://schemas.openxmlformats.org/officeDocument/2006/relationships/hyperlink" Target="Instructor Week 4 Grams_Updated Files/Gram 15/Lofar 1 Loop 2.glc" TargetMode="External"/><Relationship Id="rId39" Type="http://schemas.openxmlformats.org/officeDocument/2006/relationships/hyperlink" Target="Instructor Week 4 Grams_Updated Files/Gram 15/Lofar 2_b.glc" TargetMode="External"/><Relationship Id="rId40" Type="http://schemas.openxmlformats.org/officeDocument/2006/relationships/hyperlink" Target="Instructor Week 4 Grams_Updated Files/Gram 17/Analysis.png" TargetMode="External"/><Relationship Id="rId41" Type="http://schemas.openxmlformats.org/officeDocument/2006/relationships/hyperlink" Target="Instructor Week 4 Grams_Updated Files/Gram 17/Lofar 1 ABC.glc" TargetMode="External"/><Relationship Id="rId42" Type="http://schemas.openxmlformats.org/officeDocument/2006/relationships/hyperlink" Target="Instructor Week 4 Grams_Updated Files/Gram 17/Lofar 2_a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4 Grams_Updated Files/Gram 18/Analysis.png" TargetMode="External"/><Relationship Id="rId3" Type="http://schemas.openxmlformats.org/officeDocument/2006/relationships/hyperlink" Target="Instructor Week 4 Grams_Updated Files/Gram 18/Lofar 1 I.glc" TargetMode="External"/><Relationship Id="rId4" Type="http://schemas.openxmlformats.org/officeDocument/2006/relationships/hyperlink" Target="Instructor Week 4 Grams_Updated Files/Gram 18/Lofar 2_b.glc" TargetMode="External"/><Relationship Id="rId5" Type="http://schemas.openxmlformats.org/officeDocument/2006/relationships/hyperlink" Target="Instructor Week 4 Grams_Updated Files/Gram 18/Lofar 3_b.glc" TargetMode="External"/><Relationship Id="rId6" Type="http://schemas.openxmlformats.org/officeDocument/2006/relationships/hyperlink" Target="Instructor Week 4 Grams_Updated Files/Gram 18/Lofar 4 I.glc" TargetMode="External"/><Relationship Id="rId7" Type="http://schemas.openxmlformats.org/officeDocument/2006/relationships/hyperlink" Target="Instructor Week 4 Grams_Updated Files/Gram 20/Analysis Sheet.docx" TargetMode="External"/><Relationship Id="rId8" Type="http://schemas.openxmlformats.org/officeDocument/2006/relationships/hyperlink" Target="Instructor Week 4 Grams_Updated Files/Gram 20/Lofar 1 I.glc" TargetMode="External"/><Relationship Id="rId9" Type="http://schemas.openxmlformats.org/officeDocument/2006/relationships/hyperlink" Target="Instructor Week 4 Grams_Updated Files/Gram 20/Lofar 2 Loop 2.glc" TargetMode="External"/><Relationship Id="rId10" Type="http://schemas.openxmlformats.org/officeDocument/2006/relationships/hyperlink" Target="Instructor Week 4 Grams_Updated Files/Gram 20/Lofar 3_a.glc" TargetMode="External"/><Relationship Id="rId11" Type="http://schemas.openxmlformats.org/officeDocument/2006/relationships/hyperlink" Target="Instructor Week 4 Grams_Updated Files/Gram 20/Lofar 4 Loop 1.glc" TargetMode="External"/><Relationship Id="rId12" Type="http://schemas.openxmlformats.org/officeDocument/2006/relationships/hyperlink" Target="Instructor Week 4 Grams_Updated Files/Gram 21/Analysis Sheet.docx" TargetMode="External"/><Relationship Id="rId13" Type="http://schemas.openxmlformats.org/officeDocument/2006/relationships/hyperlink" Target="Instructor Week 4 Grams_Updated Files/Gram 21/Lofar 1_a.glc" TargetMode="External"/><Relationship Id="rId14" Type="http://schemas.openxmlformats.org/officeDocument/2006/relationships/hyperlink" Target="Instructor Week 4 Grams_Updated Files/Gram 21/Lofar 2 Loop 2.glc" TargetMode="External"/><Relationship Id="rId15" Type="http://schemas.openxmlformats.org/officeDocument/2006/relationships/hyperlink" Target="Instructor Week 4 Grams_Updated Files/Gram 21/Lofar 3 Loop 2.glc" TargetMode="External"/><Relationship Id="rId16" Type="http://schemas.openxmlformats.org/officeDocument/2006/relationships/hyperlink" Target="Instructor Week 4 Grams_Updated Files/Gram 21/Lofar 4_b.glc" TargetMode="External"/><Relationship Id="rId17" Type="http://schemas.openxmlformats.org/officeDocument/2006/relationships/hyperlink" Target="Instructor Week 4 Grams_Updated Files/Gram 22/Analysis Sheet.docx" TargetMode="External"/><Relationship Id="rId18" Type="http://schemas.openxmlformats.org/officeDocument/2006/relationships/hyperlink" Target="Instructor Week 4 Grams_Updated Files/Gram 22/Lofar 1.glc" TargetMode="External"/><Relationship Id="rId19" Type="http://schemas.openxmlformats.org/officeDocument/2006/relationships/hyperlink" Target="Instructor Week 4 Grams_Updated Files/Gram 22/Lofar 2 ABC.glc" TargetMode="External"/><Relationship Id="rId20" Type="http://schemas.openxmlformats.org/officeDocument/2006/relationships/hyperlink" Target="Instructor Week 4 Grams_Updated Files/Gram 22/Lofar 3 Loop 1.glc" TargetMode="External"/><Relationship Id="rId21" Type="http://schemas.openxmlformats.org/officeDocument/2006/relationships/hyperlink" Target="Instructor Week 4 Grams_Updated Files/Gram 22/Lofar 4_b.glc" TargetMode="External"/><Relationship Id="rId22" Type="http://schemas.openxmlformats.org/officeDocument/2006/relationships/hyperlink" Target="Instructor Week 4 Grams_Updated Files/Gram 23/Analysis.png" TargetMode="External"/><Relationship Id="rId23" Type="http://schemas.openxmlformats.org/officeDocument/2006/relationships/hyperlink" Target="Instructor Week 4 Grams_Updated Files/Gram 23/Lofar 1.glc" TargetMode="External"/><Relationship Id="rId24" Type="http://schemas.openxmlformats.org/officeDocument/2006/relationships/hyperlink" Target="Instructor Week 4 Grams_Updated Files/Gram 23/Lofar 2_b.glc" TargetMode="External"/><Relationship Id="rId25" Type="http://schemas.openxmlformats.org/officeDocument/2006/relationships/hyperlink" Target="Instructor Week 4 Grams_Updated Files/Gram 23/Lofar 3_a.glc" TargetMode="External"/><Relationship Id="rId26" Type="http://schemas.openxmlformats.org/officeDocument/2006/relationships/hyperlink" Target="Instructor Week 4 Grams_Updated Files/Gram 25/Analysis Sheet.docx" TargetMode="External"/><Relationship Id="rId27" Type="http://schemas.openxmlformats.org/officeDocument/2006/relationships/hyperlink" Target="Instructor Week 4 Grams_Updated Files/Gram 25/Lofar 1.glc" TargetMode="External"/><Relationship Id="rId28" Type="http://schemas.openxmlformats.org/officeDocument/2006/relationships/hyperlink" Target="Instructor Week 4 Grams_Updated Files/Gram 25/Lofar 2 Loop 2.glc" TargetMode="External"/><Relationship Id="rId29" Type="http://schemas.openxmlformats.org/officeDocument/2006/relationships/hyperlink" Target="Instructor Week 4 Grams_Updated Files/Gram 25/Lofar 3_b.glc" TargetMode="External"/><Relationship Id="rId30" Type="http://schemas.openxmlformats.org/officeDocument/2006/relationships/hyperlink" Target="Instructor Week 4 Grams_Updated Files/Gram 26/Analysis Sheet.docx" TargetMode="External"/><Relationship Id="rId31" Type="http://schemas.openxmlformats.org/officeDocument/2006/relationships/hyperlink" Target="Instructor Week 4 Grams_Updated Files/Gram 26/Lofar 1 I.glc" TargetMode="External"/><Relationship Id="rId32" Type="http://schemas.openxmlformats.org/officeDocument/2006/relationships/hyperlink" Target="Instructor Week 4 Grams_Updated Files/Gram 26/Lofar 2 Loop 1.glc" TargetMode="External"/><Relationship Id="rId33" Type="http://schemas.openxmlformats.org/officeDocument/2006/relationships/hyperlink" Target="Instructor Week 4 Grams_Updated Files/Gram 26/Lofar 3.glc" TargetMode="External"/><Relationship Id="rId34" Type="http://schemas.openxmlformats.org/officeDocument/2006/relationships/hyperlink" Target="Instructor Week 4 Grams_Updated Files/Gram 26/Lofar 4 Loop 1.glc" TargetMode="External"/><Relationship Id="rId35" Type="http://schemas.openxmlformats.org/officeDocument/2006/relationships/hyperlink" Target="Instructor Week 4 Grams_Updated Files/Gram 27/Analysis Sheet.docx" TargetMode="External"/><Relationship Id="rId36" Type="http://schemas.openxmlformats.org/officeDocument/2006/relationships/hyperlink" Target="Instructor Week 4 Grams_Updated Files/Gram 27/Lofar 1.glc" TargetMode="External"/><Relationship Id="rId37" Type="http://schemas.openxmlformats.org/officeDocument/2006/relationships/hyperlink" Target="Instructor Week 4 Grams_Updated Files/Gram 27/Lofar 2 I.glc" TargetMode="External"/><Relationship Id="rId38" Type="http://schemas.openxmlformats.org/officeDocument/2006/relationships/hyperlink" Target="Instructor Week 4 Grams_Updated Files/Gram 27/Lofar 3 ABC.glc" TargetMode="External"/><Relationship Id="rId39" Type="http://schemas.openxmlformats.org/officeDocument/2006/relationships/hyperlink" Target="Instructor Week 4 Grams_Updated Files/Gram 28/Analysis Sheet.docx" TargetMode="External"/><Relationship Id="rId40" Type="http://schemas.openxmlformats.org/officeDocument/2006/relationships/hyperlink" Target="Instructor Week 4 Grams_Updated Files/Gram 28/Lofar 1.glc" TargetMode="External"/><Relationship Id="rId41" Type="http://schemas.openxmlformats.org/officeDocument/2006/relationships/hyperlink" Target="Instructor Week 4 Grams_Updated Files/Gram 28/Lofar 2 ABC.glc" TargetMode="External"/><Relationship Id="rId42" Type="http://schemas.openxmlformats.org/officeDocument/2006/relationships/hyperlink" Target="Instructor Week 4 Grams_Updated Files/Gram 28/Lofar 3.glc" TargetMode="External"/><Relationship Id="rId43" Type="http://schemas.openxmlformats.org/officeDocument/2006/relationships/hyperlink" Target="Instructor Week 4 Grams_Updated Files/Gram 28/Lofar 4_a.glc" TargetMode="External"/><Relationship Id="rId44" Type="http://schemas.openxmlformats.org/officeDocument/2006/relationships/hyperlink" Target="Instructor Week 4 Grams_Updated Files/Gram 29/Analysis.png" TargetMode="External"/><Relationship Id="rId45" Type="http://schemas.openxmlformats.org/officeDocument/2006/relationships/hyperlink" Target="Instructor Week 4 Grams_Updated Files/Gram 29/Lofar 1 ABC.glc" TargetMode="External"/><Relationship Id="rId46" Type="http://schemas.openxmlformats.org/officeDocument/2006/relationships/hyperlink" Target="Instructor Week 4 Grams_Updated Files/Gram 29/Lofar 2 ABC.glc" TargetMode="External"/><Relationship Id="rId47" Type="http://schemas.openxmlformats.org/officeDocument/2006/relationships/hyperlink" Target="Instructor Week 4 Grams_Updated Files/Gram 29/Lofar 3_a.glc" TargetMode="External"/><Relationship Id="rId48" Type="http://schemas.openxmlformats.org/officeDocument/2006/relationships/hyperlink" Target="Instructor Week 4 Grams_Updated Files/Gram 29/Lofar 4 I.glc" TargetMode="External"/><Relationship Id="rId49" Type="http://schemas.openxmlformats.org/officeDocument/2006/relationships/hyperlink" Target="Instructor Week 4 Grams_Updated Files/Gram 30/Analysis Sheet.docx" TargetMode="External"/><Relationship Id="rId50" Type="http://schemas.openxmlformats.org/officeDocument/2006/relationships/hyperlink" Target="Instructor Week 4 Grams_Updated Files/Gram 30/Lofar 1_a.glc" TargetMode="External"/><Relationship Id="rId51" Type="http://schemas.openxmlformats.org/officeDocument/2006/relationships/hyperlink" Target="Instructor Week 4 Grams_Updated Files/Gram 30/Lofar 2 I.glc" TargetMode="External"/><Relationship Id="rId52" Type="http://schemas.openxmlformats.org/officeDocument/2006/relationships/hyperlink" Target="Instructor Week 4 Grams_Updated Files/Gram 31/Analysis.png" TargetMode="External"/><Relationship Id="rId53" Type="http://schemas.openxmlformats.org/officeDocument/2006/relationships/hyperlink" Target="Instructor Week 4 Grams_Updated Files/Gram 31/Lofar 1 ABC.glc" TargetMode="External"/><Relationship Id="rId54" Type="http://schemas.openxmlformats.org/officeDocument/2006/relationships/hyperlink" Target="Instructor Week 4 Grams_Updated Files/Gram 31/Lofar 2 Loop 1.glc" TargetMode="External"/><Relationship Id="rId55" Type="http://schemas.openxmlformats.org/officeDocument/2006/relationships/hyperlink" Target="Instructor Week 4 Grams_Updated Files/Gram 31/Lofar 3.glc" TargetMode="External"/><Relationship Id="rId56" Type="http://schemas.openxmlformats.org/officeDocument/2006/relationships/hyperlink" Target="Instructor Week 4 Grams_Updated Files/Gram 32/Analysis Sheet.docx" TargetMode="External"/><Relationship Id="rId57" Type="http://schemas.openxmlformats.org/officeDocument/2006/relationships/hyperlink" Target="Instructor Week 4 Grams_Updated Files/Gram 32/Lofar 1 Loop 2.glc" TargetMode="External"/><Relationship Id="rId58" Type="http://schemas.openxmlformats.org/officeDocument/2006/relationships/hyperlink" Target="Instructor Week 4 Grams_Updated Files/Gram 32/Lofar 2 Loop 1.glc" TargetMode="External"/><Relationship Id="rId59" Type="http://schemas.openxmlformats.org/officeDocument/2006/relationships/hyperlink" Target="Instructor Week 4 Grams_Updated Files/Gram 33/Analysis Sheet.docx" TargetMode="External"/><Relationship Id="rId60" Type="http://schemas.openxmlformats.org/officeDocument/2006/relationships/hyperlink" Target="Instructor Week 4 Grams_Updated Files/Gram 33/Lofar 1_a.glc" TargetMode="External"/><Relationship Id="rId61" Type="http://schemas.openxmlformats.org/officeDocument/2006/relationships/hyperlink" Target="Instructor Week 4 Grams_Updated Files/Gram 33/Lofar 2 Loop 2.glc" TargetMode="External"/><Relationship Id="rId62" Type="http://schemas.openxmlformats.org/officeDocument/2006/relationships/hyperlink" Target="Instructor Week 4 Grams_Updated Files/Gram 33/Lofar 3 I.glc" TargetMode="External"/><Relationship Id="rId63" Type="http://schemas.openxmlformats.org/officeDocument/2006/relationships/hyperlink" Target="Instructor Week 4 Grams_Updated Files/Gram 33/Lofar 4.glc" TargetMode="External"/><Relationship Id="rId64" Type="http://schemas.openxmlformats.org/officeDocument/2006/relationships/hyperlink" Target="Instructor Week 4 Grams_Updated Files/Gram 34/Analysis.png" TargetMode="External"/><Relationship Id="rId65" Type="http://schemas.openxmlformats.org/officeDocument/2006/relationships/hyperlink" Target="Instructor Week 4 Grams_Updated Files/Gram 34/Lofar 1_b.glc" TargetMode="External"/><Relationship Id="rId66" Type="http://schemas.openxmlformats.org/officeDocument/2006/relationships/hyperlink" Target="Instructor Week 4 Grams_Updated Files/Gram 34/Lofar 2 ABC.glc" TargetMode="External"/><Relationship Id="rId67" Type="http://schemas.openxmlformats.org/officeDocument/2006/relationships/hyperlink" Target="Instructor Week 4 Grams_Updated Files/Gram 34/Lofar 3_a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4 Grams_Updated Files/Gram 36/Analysis Sheet.docx" TargetMode="External"/><Relationship Id="rId3" Type="http://schemas.openxmlformats.org/officeDocument/2006/relationships/hyperlink" Target="Instructor Week 4 Grams_Updated Files/Gram 36/Lofar 1_a.glc" TargetMode="External"/><Relationship Id="rId4" Type="http://schemas.openxmlformats.org/officeDocument/2006/relationships/hyperlink" Target="Instructor Week 4 Grams_Updated Files/Gram 36/Lofar 2 Loop 1.glc" TargetMode="External"/><Relationship Id="rId5" Type="http://schemas.openxmlformats.org/officeDocument/2006/relationships/hyperlink" Target="Instructor Week 4 Grams_Updated Files/Gram 36/Lofar 3 ABC.glc" TargetMode="External"/><Relationship Id="rId6" Type="http://schemas.openxmlformats.org/officeDocument/2006/relationships/hyperlink" Target="Instructor Week 4 Grams_Updated Files/Gram 36/Lofar 4 ABC.glc" TargetMode="External"/><Relationship Id="rId7" Type="http://schemas.openxmlformats.org/officeDocument/2006/relationships/hyperlink" Target="Instructor Week 4 Grams_Updated Files/Gram 37/Analysis.png" TargetMode="External"/><Relationship Id="rId8" Type="http://schemas.openxmlformats.org/officeDocument/2006/relationships/hyperlink" Target="Instructor Week 4 Grams_Updated Files/Gram 37/Lofar 1_b.glc" TargetMode="External"/><Relationship Id="rId9" Type="http://schemas.openxmlformats.org/officeDocument/2006/relationships/hyperlink" Target="Instructor Week 4 Grams_Updated Files/Gram 37/Lofar 2.glc" TargetMode="External"/><Relationship Id="rId10" Type="http://schemas.openxmlformats.org/officeDocument/2006/relationships/hyperlink" Target="Instructor Week 4 Grams_Updated Files/Gram 37/Lofar 3 ABC.glc" TargetMode="External"/><Relationship Id="rId11" Type="http://schemas.openxmlformats.org/officeDocument/2006/relationships/hyperlink" Target="Instructor Week 4 Grams_Updated Files/Gram 37/Lofar 4_a.glc" TargetMode="External"/><Relationship Id="rId12" Type="http://schemas.openxmlformats.org/officeDocument/2006/relationships/hyperlink" Target="Instructor Week 4 Grams_Updated Files/Gram 38/Analysis.png" TargetMode="External"/><Relationship Id="rId13" Type="http://schemas.openxmlformats.org/officeDocument/2006/relationships/hyperlink" Target="Instructor Week 4 Grams_Updated Files/Gram 38/Lofar 1 I.glc" TargetMode="External"/><Relationship Id="rId14" Type="http://schemas.openxmlformats.org/officeDocument/2006/relationships/hyperlink" Target="Instructor Week 4 Grams_Updated Files/Gram 41/Analysis.png" TargetMode="External"/><Relationship Id="rId15" Type="http://schemas.openxmlformats.org/officeDocument/2006/relationships/hyperlink" Target="Instructor Week 4 Grams_Updated Files/Gram 41/Lofar 1 Loop 2.glc" TargetMode="External"/><Relationship Id="rId16" Type="http://schemas.openxmlformats.org/officeDocument/2006/relationships/hyperlink" Target="Instructor Week 4 Grams_Updated Files/Gram 41/Lofar 2_b.glc" TargetMode="External"/><Relationship Id="rId17" Type="http://schemas.openxmlformats.org/officeDocument/2006/relationships/hyperlink" Target="Instructor Week 4 Grams_Updated Files/Gram 41/Lofar 3 ABC.glc" TargetMode="External"/><Relationship Id="rId18" Type="http://schemas.openxmlformats.org/officeDocument/2006/relationships/hyperlink" Target="Instructor Week 4 Grams_Updated Files/Gram 41/Lofar 4 ABC.glc" TargetMode="External"/><Relationship Id="rId19" Type="http://schemas.openxmlformats.org/officeDocument/2006/relationships/hyperlink" Target="Instructor Week 4 Grams_Updated Files/Gram 42/Analysis.png" TargetMode="External"/><Relationship Id="rId20" Type="http://schemas.openxmlformats.org/officeDocument/2006/relationships/hyperlink" Target="Instructor Week 4 Grams_Updated Files/Gram 42/Lofar 1_a.glc" TargetMode="External"/><Relationship Id="rId21" Type="http://schemas.openxmlformats.org/officeDocument/2006/relationships/hyperlink" Target="Instructor Week 4 Grams_Updated Files/Gram 42/Lofar 2_b.glc" TargetMode="External"/><Relationship Id="rId22" Type="http://schemas.openxmlformats.org/officeDocument/2006/relationships/hyperlink" Target="Instructor Week 4 Grams_Updated Files/Gram 42/Lofar 3_a.gl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Welcome to Instructor Week 4 Grams_Updated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4 Grams_Updated — Page 1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A-wing, Category 3, Hoth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</p:txBody>
      </p:sp>
      <p:sp>
        <p:nvSpPr>
          <p:cNvPr id="5" name="Rounded Rectangle 4">
            <a:hlinkClick r:id="rId4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FR Imperial-class, Category 3, Romulus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"/>
              </a:rPr>
              <a:t>Lofar 1</a:t>
            </a:r>
          </a:p>
          <a:p>
            <a:r>
              <a:rPr sz="800">
                <a:hlinkClick r:id="rId6"/>
              </a:rPr>
              <a:t>Lofar 2</a:t>
            </a:r>
          </a:p>
        </p:txBody>
      </p:sp>
      <p:sp>
        <p:nvSpPr>
          <p:cNvPr id="7" name="Rounded Rectangle 6">
            <a:hlinkClick r:id="rId7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FR Reliant, Category 1, Coruscant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</p:txBody>
      </p:sp>
      <p:sp>
        <p:nvSpPr>
          <p:cNvPr id="9" name="Rounded Rectangle 8">
            <a:hlinkClick r:id="rId9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Y-wing, Category 4, Caprica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</p:txBody>
      </p:sp>
      <p:sp>
        <p:nvSpPr>
          <p:cNvPr id="11" name="Rounded Rectangle 10">
            <a:hlinkClick r:id="rId12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FR Excelsior, Category 2, Risa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3"/>
              </a:rPr>
              <a:t>Lofar 1</a:t>
            </a:r>
          </a:p>
        </p:txBody>
      </p:sp>
      <p:sp>
        <p:nvSpPr>
          <p:cNvPr id="13" name="Rounded Rectangle 12">
            <a:hlinkClick r:id="rId14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FR Venator-class, Category 2, Caprica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</p:txBody>
      </p:sp>
      <p:sp>
        <p:nvSpPr>
          <p:cNvPr id="15" name="Rounded Rectangle 14">
            <a:hlinkClick r:id="rId16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Galaxy-class, Category 1, Kobol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</p:txBody>
      </p:sp>
      <p:sp>
        <p:nvSpPr>
          <p:cNvPr id="17" name="Rounded Rectangle 16">
            <a:hlinkClick r:id="rId18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FR Tantive IV, Category 2, Romulus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</p:txBody>
      </p:sp>
      <p:sp>
        <p:nvSpPr>
          <p:cNvPr id="19" name="Rounded Rectangle 18">
            <a:hlinkClick r:id="rId20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FR Discovery, Category 3, Naboo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1"/>
              </a:rPr>
              <a:t>Lofar 1</a:t>
            </a:r>
          </a:p>
          <a:p>
            <a:r>
              <a:rPr sz="800">
                <a:hlinkClick r:id="rId22"/>
              </a:rPr>
              <a:t>Lofar 2</a:t>
            </a:r>
          </a:p>
        </p:txBody>
      </p:sp>
      <p:sp>
        <p:nvSpPr>
          <p:cNvPr id="21" name="Rounded Rectangle 20">
            <a:hlinkClick r:id="rId23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Constitution-class, Category 2, Dank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  <a:p>
            <a:r>
              <a:rPr sz="800">
                <a:hlinkClick r:id="rId25"/>
              </a:rPr>
              <a:t>Lofar 2</a:t>
            </a:r>
          </a:p>
          <a:p>
            <a:r>
              <a:rPr sz="800">
                <a:hlinkClick r:id="rId26"/>
              </a:rPr>
              <a:t>Lofar 3</a:t>
            </a:r>
          </a:p>
          <a:p>
            <a:r>
              <a:rPr sz="800">
                <a:hlinkClick r:id="rId27"/>
              </a:rPr>
              <a:t>Lofar 4</a:t>
            </a:r>
          </a:p>
        </p:txBody>
      </p:sp>
      <p:sp>
        <p:nvSpPr>
          <p:cNvPr id="23" name="Rounded Rectangle 22">
            <a:hlinkClick r:id="rId28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12: FR TIE Bomber, Category 3, Vulcan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  <a:p>
            <a:r>
              <a:rPr sz="800">
                <a:hlinkClick r:id="rId30"/>
              </a:rPr>
              <a:t>Lofar 2</a:t>
            </a:r>
          </a:p>
        </p:txBody>
      </p:sp>
      <p:sp>
        <p:nvSpPr>
          <p:cNvPr id="25" name="Rounded Rectangle 24">
            <a:hlinkClick r:id="rId31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FR B-wing, Category 4, Coruscant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  <a:p>
            <a:r>
              <a:rPr sz="800">
                <a:hlinkClick r:id="rId33"/>
              </a:rPr>
              <a:t>Lofar 2</a:t>
            </a:r>
          </a:p>
        </p:txBody>
      </p:sp>
      <p:sp>
        <p:nvSpPr>
          <p:cNvPr id="27" name="Rounded Rectangle 26">
            <a:hlinkClick r:id="rId34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Tantive IV, Category 4, Kronos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  <a:p>
            <a:r>
              <a:rPr sz="800">
                <a:hlinkClick r:id="rId36"/>
              </a:rPr>
              <a:t>Lofar 2</a:t>
            </a:r>
          </a:p>
        </p:txBody>
      </p:sp>
      <p:sp>
        <p:nvSpPr>
          <p:cNvPr id="29" name="Rounded Rectangle 28">
            <a:hlinkClick r:id="rId37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Acclamator-class contact bearing 308, codename Kronos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  <a:p>
            <a:r>
              <a:rPr sz="800">
                <a:hlinkClick r:id="rId39"/>
              </a:rPr>
              <a:t>Lofar 2</a:t>
            </a:r>
          </a:p>
        </p:txBody>
      </p:sp>
      <p:sp>
        <p:nvSpPr>
          <p:cNvPr id="31" name="Rounded Rectangle 30">
            <a:hlinkClick r:id="rId40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FR Imperial-class, Category 3, Hoth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  <a:p>
            <a:r>
              <a:rPr sz="800">
                <a:hlinkClick r:id="rId42"/>
              </a:rPr>
              <a:t>Lofar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4 Grams_Updated — Page 2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FR Venator-class, Category 3, Tantive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>
            <a:hlinkClick r:id="rId7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FR Discovery, Category 3, Naboo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  <a:p>
            <a:r>
              <a:rPr sz="800">
                <a:hlinkClick r:id="rId10"/>
              </a:rPr>
              <a:t>Lofar 3</a:t>
            </a:r>
          </a:p>
          <a:p>
            <a:r>
              <a:rPr sz="800">
                <a:hlinkClick r:id="rId11"/>
              </a:rPr>
              <a:t>Lofar 4</a:t>
            </a:r>
          </a:p>
        </p:txBody>
      </p:sp>
      <p:sp>
        <p:nvSpPr>
          <p:cNvPr id="7" name="Rounded Rectangle 6">
            <a:hlinkClick r:id="rId12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FR A-wing, Category 3, Betazed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3"/>
              </a:rPr>
              <a:t>Lofar 1</a:t>
            </a:r>
          </a:p>
          <a:p>
            <a:r>
              <a:rPr sz="800">
                <a:hlinkClick r:id="rId14"/>
              </a:rPr>
              <a:t>Lofar 2</a:t>
            </a:r>
          </a:p>
          <a:p>
            <a:r>
              <a:rPr sz="800">
                <a:hlinkClick r:id="rId15"/>
              </a:rPr>
              <a:t>Lofar 3</a:t>
            </a:r>
          </a:p>
          <a:p>
            <a:r>
              <a:rPr sz="800">
                <a:hlinkClick r:id="rId16"/>
              </a:rPr>
              <a:t>Lofar 4</a:t>
            </a:r>
          </a:p>
        </p:txBody>
      </p:sp>
      <p:sp>
        <p:nvSpPr>
          <p:cNvPr id="9" name="Rounded Rectangle 8">
            <a:hlinkClick r:id="rId17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FR Prometheus, Category 3, Risa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  <a:p>
            <a:r>
              <a:rPr sz="800">
                <a:hlinkClick r:id="rId19"/>
              </a:rPr>
              <a:t>Lofar 2</a:t>
            </a:r>
          </a:p>
          <a:p>
            <a:r>
              <a:rPr sz="800">
                <a:hlinkClick r:id="rId20"/>
              </a:rPr>
              <a:t>Lofar 3</a:t>
            </a:r>
          </a:p>
          <a:p>
            <a:r>
              <a:rPr sz="800">
                <a:hlinkClick r:id="rId21"/>
              </a:rPr>
              <a:t>Lofar 4</a:t>
            </a:r>
          </a:p>
        </p:txBody>
      </p:sp>
      <p:sp>
        <p:nvSpPr>
          <p:cNvPr id="11" name="Rounded Rectangle 10">
            <a:hlinkClick r:id="rId22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FR Mon Calamari Cruiser, Category 4, Gandalf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  <a:p>
            <a:r>
              <a:rPr sz="800">
                <a:hlinkClick r:id="rId24"/>
              </a:rPr>
              <a:t>Lofar 2</a:t>
            </a:r>
          </a:p>
          <a:p>
            <a:r>
              <a:rPr sz="800">
                <a:hlinkClick r:id="rId25"/>
              </a:rPr>
              <a:t>Lofar 3</a:t>
            </a:r>
          </a:p>
        </p:txBody>
      </p:sp>
      <p:sp>
        <p:nvSpPr>
          <p:cNvPr id="13" name="Rounded Rectangle 12">
            <a:hlinkClick r:id="rId26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Mon Calamari Cruiser contact bearing 109, codename Kronos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7"/>
              </a:rPr>
              <a:t>Lofar 1</a:t>
            </a:r>
          </a:p>
          <a:p>
            <a:r>
              <a:rPr sz="800">
                <a:hlinkClick r:id="rId28"/>
              </a:rPr>
              <a:t>Lofar 2</a:t>
            </a:r>
          </a:p>
          <a:p>
            <a:r>
              <a:rPr sz="800">
                <a:hlinkClick r:id="rId29"/>
              </a:rPr>
              <a:t>Lofar 3</a:t>
            </a:r>
          </a:p>
        </p:txBody>
      </p:sp>
      <p:sp>
        <p:nvSpPr>
          <p:cNvPr id="15" name="Rounded Rectangle 14">
            <a:hlinkClick r:id="rId30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TIE Fighter contact bearing 031, codename Risa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  <a:p>
            <a:r>
              <a:rPr sz="800">
                <a:hlinkClick r:id="rId34"/>
              </a:rPr>
              <a:t>Lofar 4</a:t>
            </a:r>
          </a:p>
        </p:txBody>
      </p:sp>
      <p:sp>
        <p:nvSpPr>
          <p:cNvPr id="17" name="Rounded Rectangle 16">
            <a:hlinkClick r:id="rId35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FR A-wing, Category 1, Coruscant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  <a:p>
            <a:r>
              <a:rPr sz="800">
                <a:hlinkClick r:id="rId38"/>
              </a:rPr>
              <a:t>Lofar 3</a:t>
            </a:r>
          </a:p>
        </p:txBody>
      </p:sp>
      <p:sp>
        <p:nvSpPr>
          <p:cNvPr id="19" name="Rounded Rectangle 18">
            <a:hlinkClick r:id="rId39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FR Constitution-class, Category 1, Kobol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0"/>
              </a:rPr>
              <a:t>Lofar 1</a:t>
            </a:r>
          </a:p>
          <a:p>
            <a:r>
              <a:rPr sz="800">
                <a:hlinkClick r:id="rId41"/>
              </a:rPr>
              <a:t>Lofar 2</a:t>
            </a:r>
          </a:p>
          <a:p>
            <a:r>
              <a:rPr sz="800">
                <a:hlinkClick r:id="rId42"/>
              </a:rPr>
              <a:t>Lofar 3</a:t>
            </a:r>
          </a:p>
          <a:p>
            <a:r>
              <a:rPr sz="800">
                <a:hlinkClick r:id="rId43"/>
              </a:rPr>
              <a:t>Lofar 4</a:t>
            </a:r>
          </a:p>
        </p:txBody>
      </p:sp>
      <p:sp>
        <p:nvSpPr>
          <p:cNvPr id="21" name="Rounded Rectangle 20">
            <a:hlinkClick r:id="rId44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FR Ghost, Category 4, Coruscant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  <a:p>
            <a:r>
              <a:rPr sz="800">
                <a:hlinkClick r:id="rId46"/>
              </a:rPr>
              <a:t>Lofar 2</a:t>
            </a:r>
          </a:p>
          <a:p>
            <a:r>
              <a:rPr sz="800">
                <a:hlinkClick r:id="rId47"/>
              </a:rPr>
              <a:t>Lofar 3</a:t>
            </a:r>
          </a:p>
          <a:p>
            <a:r>
              <a:rPr sz="800">
                <a:hlinkClick r:id="rId48"/>
              </a:rPr>
              <a:t>Lofar 4</a:t>
            </a:r>
          </a:p>
        </p:txBody>
      </p:sp>
      <p:sp>
        <p:nvSpPr>
          <p:cNvPr id="23" name="Rounded Rectangle 22">
            <a:hlinkClick r:id="rId49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FR Prometheus, Category 2, Tatooine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  <a:p>
            <a:r>
              <a:rPr sz="800">
                <a:hlinkClick r:id="rId51"/>
              </a:rPr>
              <a:t>Lofar 2</a:t>
            </a:r>
          </a:p>
        </p:txBody>
      </p:sp>
      <p:sp>
        <p:nvSpPr>
          <p:cNvPr id="25" name="Rounded Rectangle 24">
            <a:hlinkClick r:id="rId52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FR Devastator, Category 3, Gandalf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3"/>
              </a:rPr>
              <a:t>Lofar 1</a:t>
            </a:r>
          </a:p>
          <a:p>
            <a:r>
              <a:rPr sz="800">
                <a:hlinkClick r:id="rId54"/>
              </a:rPr>
              <a:t>Lofar 2</a:t>
            </a:r>
          </a:p>
          <a:p>
            <a:r>
              <a:rPr sz="800">
                <a:hlinkClick r:id="rId55"/>
              </a:rPr>
              <a:t>Lofar 3</a:t>
            </a:r>
          </a:p>
        </p:txBody>
      </p:sp>
      <p:sp>
        <p:nvSpPr>
          <p:cNvPr id="27" name="Rounded Rectangle 26">
            <a:hlinkClick r:id="rId56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Akira-class, Category 3, Bajor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7"/>
              </a:rPr>
              <a:t>Lofar 1</a:t>
            </a:r>
          </a:p>
          <a:p>
            <a:r>
              <a:rPr sz="800">
                <a:hlinkClick r:id="rId58"/>
              </a:rPr>
              <a:t>Lofar 2</a:t>
            </a:r>
          </a:p>
        </p:txBody>
      </p:sp>
      <p:sp>
        <p:nvSpPr>
          <p:cNvPr id="29" name="Rounded Rectangle 28">
            <a:hlinkClick r:id="rId59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Reliant contact bearing 201, codename Kobol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0"/>
              </a:rPr>
              <a:t>Lofar 1</a:t>
            </a:r>
          </a:p>
          <a:p>
            <a:r>
              <a:rPr sz="800">
                <a:hlinkClick r:id="rId61"/>
              </a:rPr>
              <a:t>Lofar 2</a:t>
            </a:r>
          </a:p>
          <a:p>
            <a:r>
              <a:rPr sz="800">
                <a:hlinkClick r:id="rId62"/>
              </a:rPr>
              <a:t>Lofar 3</a:t>
            </a:r>
          </a:p>
          <a:p>
            <a:r>
              <a:rPr sz="800">
                <a:hlinkClick r:id="rId63"/>
              </a:rPr>
              <a:t>Lofar 4</a:t>
            </a:r>
          </a:p>
        </p:txBody>
      </p:sp>
      <p:sp>
        <p:nvSpPr>
          <p:cNvPr id="31" name="Rounded Rectangle 30">
            <a:hlinkClick r:id="rId64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FR Imperial-class, Category 4, Mustafar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5"/>
              </a:rPr>
              <a:t>Lofar 1</a:t>
            </a:r>
          </a:p>
          <a:p>
            <a:r>
              <a:rPr sz="800">
                <a:hlinkClick r:id="rId66"/>
              </a:rPr>
              <a:t>Lofar 2</a:t>
            </a:r>
          </a:p>
          <a:p>
            <a:r>
              <a:rPr sz="800">
                <a:hlinkClick r:id="rId67"/>
              </a:rPr>
              <a:t>Lofar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4 Grams_Updated — Page 3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FR Defiant-class, Category 2, Defiant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>
            <a:hlinkClick r:id="rId7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37: B-wing contact bearing 123, codename Hoth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  <a:p>
            <a:r>
              <a:rPr sz="800">
                <a:hlinkClick r:id="rId10"/>
              </a:rPr>
              <a:t>Lofar 3</a:t>
            </a:r>
          </a:p>
          <a:p>
            <a:r>
              <a:rPr sz="800">
                <a:hlinkClick r:id="rId11"/>
              </a:rPr>
              <a:t>Lofar 4</a:t>
            </a:r>
          </a:p>
        </p:txBody>
      </p:sp>
      <p:sp>
        <p:nvSpPr>
          <p:cNvPr id="7" name="Rounded Rectangle 6">
            <a:hlinkClick r:id="rId12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38: FR Outrider, Category 1, Endor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3"/>
              </a:rPr>
              <a:t>Lofar 1</a:t>
            </a:r>
          </a:p>
        </p:txBody>
      </p:sp>
      <p:sp>
        <p:nvSpPr>
          <p:cNvPr id="9" name="Rounded Rectangle 8">
            <a:hlinkClick r:id="rId14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41: X-wing contact bearing 106, codename Tantive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  <a:p>
            <a:r>
              <a:rPr sz="800">
                <a:hlinkClick r:id="rId17"/>
              </a:rPr>
              <a:t>Lofar 3</a:t>
            </a:r>
          </a:p>
          <a:p>
            <a:r>
              <a:rPr sz="800">
                <a:hlinkClick r:id="rId18"/>
              </a:rPr>
              <a:t>Lofar 4</a:t>
            </a:r>
          </a:p>
        </p:txBody>
      </p:sp>
      <p:sp>
        <p:nvSpPr>
          <p:cNvPr id="11" name="Rounded Rectangle 10">
            <a:hlinkClick r:id="rId19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42: FR Prometheus, Category 2, Coruscant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  <a:p>
            <a:r>
              <a:rPr sz="800">
                <a:hlinkClick r:id="rId21"/>
              </a:rPr>
              <a:t>Lofar 2</a:t>
            </a:r>
          </a:p>
          <a:p>
            <a:r>
              <a:rPr sz="800">
                <a:hlinkClick r:id="rId22"/>
              </a:rPr>
              <a:t>Lofar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End of Instructor Week 4 Grams_Updated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