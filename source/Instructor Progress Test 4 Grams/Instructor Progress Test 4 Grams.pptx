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4 Grams Files/Gram 1/Analysis Sheet.docx" TargetMode="External"/><Relationship Id="rId3" Type="http://schemas.openxmlformats.org/officeDocument/2006/relationships/hyperlink" Target="Instructor Progress Test 4 Grams Files/Gram 1/Lofar 1 I.glc" TargetMode="External"/><Relationship Id="rId4" Type="http://schemas.openxmlformats.org/officeDocument/2006/relationships/hyperlink" Target="Instructor Progress Test 4 Grams Files/Gram 1/Lofar 2 Loop 1.glc" TargetMode="External"/><Relationship Id="rId5" Type="http://schemas.openxmlformats.org/officeDocument/2006/relationships/hyperlink" Target="Instructor Progress Test 4 Grams Files/Gram 1/Lofar 3_b.glc" TargetMode="External"/><Relationship Id="rId6" Type="http://schemas.openxmlformats.org/officeDocument/2006/relationships/hyperlink" Target="Instructor Progress Test 4 Grams Files/Gram 2/Analysis.png" TargetMode="External"/><Relationship Id="rId7" Type="http://schemas.openxmlformats.org/officeDocument/2006/relationships/hyperlink" Target="Instructor Progress Test 4 Grams Files/Gram 2/Lofar 1 Loop 2.glc" TargetMode="External"/><Relationship Id="rId8" Type="http://schemas.openxmlformats.org/officeDocument/2006/relationships/hyperlink" Target="Instructor Progress Test 4 Grams Files/Gram 4/Analysis Sheet.docx" TargetMode="External"/><Relationship Id="rId9" Type="http://schemas.openxmlformats.org/officeDocument/2006/relationships/hyperlink" Target="Instructor Progress Test 4 Grams Files/Gram 4/Lofar 1 ABC.glc" TargetMode="External"/><Relationship Id="rId10" Type="http://schemas.openxmlformats.org/officeDocument/2006/relationships/hyperlink" Target="Instructor Progress Test 4 Grams Files/Gram 4/Lofar 2 Loop 2.glc" TargetMode="External"/><Relationship Id="rId11" Type="http://schemas.openxmlformats.org/officeDocument/2006/relationships/hyperlink" Target="Instructor Progress Test 4 Grams Files/Gram 5/Analysis.png" TargetMode="External"/><Relationship Id="rId12" Type="http://schemas.openxmlformats.org/officeDocument/2006/relationships/hyperlink" Target="Instructor Progress Test 4 Grams Files/Gram 5/Lofar 1 Loop 1.glc" TargetMode="External"/><Relationship Id="rId13" Type="http://schemas.openxmlformats.org/officeDocument/2006/relationships/hyperlink" Target="Instructor Progress Test 4 Grams Files/Gram 5/Lofar 2 ABC.glc" TargetMode="External"/><Relationship Id="rId14" Type="http://schemas.openxmlformats.org/officeDocument/2006/relationships/hyperlink" Target="Instructor Progress Test 4 Grams Files/Gram 5/Lofar 3_b.glc" TargetMode="External"/><Relationship Id="rId15" Type="http://schemas.openxmlformats.org/officeDocument/2006/relationships/hyperlink" Target="Instructor Progress Test 4 Grams Files/Gram 6/Analysis.png" TargetMode="External"/><Relationship Id="rId16" Type="http://schemas.openxmlformats.org/officeDocument/2006/relationships/hyperlink" Target="Instructor Progress Test 4 Grams Files/Gram 6/Lofar 1 I.glc" TargetMode="External"/><Relationship Id="rId17" Type="http://schemas.openxmlformats.org/officeDocument/2006/relationships/hyperlink" Target="Instructor Progress Test 4 Grams Files/Gram 6/Lofar 2.glc" TargetMode="External"/><Relationship Id="rId18" Type="http://schemas.openxmlformats.org/officeDocument/2006/relationships/hyperlink" Target="Instructor Progress Test 4 Grams Files/Gram 7/Analysis Sheet.docx" TargetMode="External"/><Relationship Id="rId19" Type="http://schemas.openxmlformats.org/officeDocument/2006/relationships/hyperlink" Target="Instructor Progress Test 4 Grams Files/Gram 7/Lofar 1_a.glc" TargetMode="External"/><Relationship Id="rId20" Type="http://schemas.openxmlformats.org/officeDocument/2006/relationships/hyperlink" Target="Instructor Progress Test 4 Grams Files/Gram 7/Lofar 2 Loop 2.glc" TargetMode="External"/><Relationship Id="rId21" Type="http://schemas.openxmlformats.org/officeDocument/2006/relationships/hyperlink" Target="Instructor Progress Test 4 Grams Files/Gram 7/Lofar 3 I.glc" TargetMode="External"/><Relationship Id="rId22" Type="http://schemas.openxmlformats.org/officeDocument/2006/relationships/hyperlink" Target="Instructor Progress Test 4 Grams Files/Gram 8/Analysis Sheet.docx" TargetMode="External"/><Relationship Id="rId23" Type="http://schemas.openxmlformats.org/officeDocument/2006/relationships/hyperlink" Target="Instructor Progress Test 4 Grams Files/Gram 8/Lofar 1 Loop 2.glc" TargetMode="External"/><Relationship Id="rId24" Type="http://schemas.openxmlformats.org/officeDocument/2006/relationships/hyperlink" Target="Instructor Progress Test 4 Grams Files/Gram 11/Analysis Sheet.docx" TargetMode="External"/><Relationship Id="rId25" Type="http://schemas.openxmlformats.org/officeDocument/2006/relationships/hyperlink" Target="Instructor Progress Test 4 Grams Files/Gram 11/Lofar 1 Loop 2.glc" TargetMode="External"/><Relationship Id="rId26" Type="http://schemas.openxmlformats.org/officeDocument/2006/relationships/hyperlink" Target="Instructor Progress Test 4 Grams Files/Gram 12/Analysis.png" TargetMode="External"/><Relationship Id="rId27" Type="http://schemas.openxmlformats.org/officeDocument/2006/relationships/hyperlink" Target="Instructor Progress Test 4 Grams Files/Gram 12/Lofar 1_a.glc" TargetMode="External"/><Relationship Id="rId28" Type="http://schemas.openxmlformats.org/officeDocument/2006/relationships/hyperlink" Target="Instructor Progress Test 4 Grams Files/Gram 13/Analysis Sheet.docx" TargetMode="External"/><Relationship Id="rId29" Type="http://schemas.openxmlformats.org/officeDocument/2006/relationships/hyperlink" Target="Instructor Progress Test 4 Grams Files/Gram 13/Lofar 1.glc" TargetMode="External"/><Relationship Id="rId30" Type="http://schemas.openxmlformats.org/officeDocument/2006/relationships/hyperlink" Target="Instructor Progress Test 4 Grams Files/Gram 13/Lofar 2 Loop 1.glc" TargetMode="External"/><Relationship Id="rId31" Type="http://schemas.openxmlformats.org/officeDocument/2006/relationships/hyperlink" Target="Instructor Progress Test 4 Grams Files/Gram 14/Analysis.png" TargetMode="External"/><Relationship Id="rId32" Type="http://schemas.openxmlformats.org/officeDocument/2006/relationships/hyperlink" Target="Instructor Progress Test 4 Grams Files/Gram 14/Lofar 1_a.glc" TargetMode="External"/><Relationship Id="rId33" Type="http://schemas.openxmlformats.org/officeDocument/2006/relationships/hyperlink" Target="Instructor Progress Test 4 Grams Files/Gram 15/Analysis Sheet.docx" TargetMode="External"/><Relationship Id="rId34" Type="http://schemas.openxmlformats.org/officeDocument/2006/relationships/hyperlink" Target="Instructor Progress Test 4 Grams Files/Gram 15/Lofar 1_a.glc" TargetMode="External"/><Relationship Id="rId35" Type="http://schemas.openxmlformats.org/officeDocument/2006/relationships/hyperlink" Target="Instructor Progress Test 4 Grams Files/Gram 15/Lofar 2_b.glc" TargetMode="External"/><Relationship Id="rId36" Type="http://schemas.openxmlformats.org/officeDocument/2006/relationships/hyperlink" Target="Instructor Progress Test 4 Grams Files/Gram 15/Lofar 3 ABC.glc" TargetMode="External"/><Relationship Id="rId37" Type="http://schemas.openxmlformats.org/officeDocument/2006/relationships/hyperlink" Target="Instructor Progress Test 4 Grams Files/Gram 15/Lofar 4.glc" TargetMode="External"/><Relationship Id="rId38" Type="http://schemas.openxmlformats.org/officeDocument/2006/relationships/hyperlink" Target="Instructor Progress Test 4 Grams Files/Gram 16/Analysis.png" TargetMode="External"/><Relationship Id="rId39" Type="http://schemas.openxmlformats.org/officeDocument/2006/relationships/hyperlink" Target="Instructor Progress Test 4 Grams Files/Gram 16/Lofar 1.glc" TargetMode="External"/><Relationship Id="rId40" Type="http://schemas.openxmlformats.org/officeDocument/2006/relationships/hyperlink" Target="Instructor Progress Test 4 Grams Files/Gram 16/Lofar 2_b.glc" TargetMode="External"/><Relationship Id="rId41" Type="http://schemas.openxmlformats.org/officeDocument/2006/relationships/hyperlink" Target="Instructor Progress Test 4 Grams Files/Gram 16/Lofar 3 Loop 1.glc" TargetMode="External"/><Relationship Id="rId42" Type="http://schemas.openxmlformats.org/officeDocument/2006/relationships/hyperlink" Target="Instructor Progress Test 4 Grams Files/Gram 17/Analysis.png" TargetMode="External"/><Relationship Id="rId43" Type="http://schemas.openxmlformats.org/officeDocument/2006/relationships/hyperlink" Target="Instructor Progress Test 4 Grams Files/Gram 17/Lofar 1 ABC.glc" TargetMode="External"/><Relationship Id="rId44" Type="http://schemas.openxmlformats.org/officeDocument/2006/relationships/hyperlink" Target="Instructor Progress Test 4 Grams Files/Gram 17/Lofar 2.glc" TargetMode="External"/><Relationship Id="rId45" Type="http://schemas.openxmlformats.org/officeDocument/2006/relationships/hyperlink" Target="Instructor Progress Test 4 Grams Files/Gram 18/Analysis Sheet.docx" TargetMode="External"/><Relationship Id="rId46" Type="http://schemas.openxmlformats.org/officeDocument/2006/relationships/hyperlink" Target="Instructor Progress Test 4 Grams Files/Gram 18/Lofar 1_a.glc" TargetMode="External"/><Relationship Id="rId47" Type="http://schemas.openxmlformats.org/officeDocument/2006/relationships/hyperlink" Target="Instructor Progress Test 4 Grams Files/Gram 18/Lofar 2.glc" TargetMode="External"/><Relationship Id="rId48" Type="http://schemas.openxmlformats.org/officeDocument/2006/relationships/hyperlink" Target="Instructor Progress Test 4 Grams Files/Gram 18/Lofar 3 Loop 2.gl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4 Grams Files/Gram 19/Analysis.png" TargetMode="External"/><Relationship Id="rId3" Type="http://schemas.openxmlformats.org/officeDocument/2006/relationships/hyperlink" Target="Instructor Progress Test 4 Grams Files/Gram 19/Lofar 1_a.glc" TargetMode="External"/><Relationship Id="rId4" Type="http://schemas.openxmlformats.org/officeDocument/2006/relationships/hyperlink" Target="Instructor Progress Test 4 Grams Files/Gram 19/Lofar 2 ABC.glc" TargetMode="External"/><Relationship Id="rId5" Type="http://schemas.openxmlformats.org/officeDocument/2006/relationships/hyperlink" Target="Instructor Progress Test 4 Grams Files/Gram 19/Lofar 3.glc" TargetMode="External"/><Relationship Id="rId6" Type="http://schemas.openxmlformats.org/officeDocument/2006/relationships/hyperlink" Target="Instructor Progress Test 4 Grams Files/Gram 21/Analysis Sheet.docx" TargetMode="External"/><Relationship Id="rId7" Type="http://schemas.openxmlformats.org/officeDocument/2006/relationships/hyperlink" Target="Instructor Progress Test 4 Grams Files/Gram 21/Lofar 1 I.glc" TargetMode="External"/><Relationship Id="rId8" Type="http://schemas.openxmlformats.org/officeDocument/2006/relationships/hyperlink" Target="Instructor Progress Test 4 Grams Files/Gram 23/Analysis.png" TargetMode="External"/><Relationship Id="rId9" Type="http://schemas.openxmlformats.org/officeDocument/2006/relationships/hyperlink" Target="Instructor Progress Test 4 Grams Files/Gram 23/Lofar 1 I.glc" TargetMode="External"/><Relationship Id="rId10" Type="http://schemas.openxmlformats.org/officeDocument/2006/relationships/hyperlink" Target="Instructor Progress Test 4 Grams Files/Gram 24/Analysis.png" TargetMode="External"/><Relationship Id="rId11" Type="http://schemas.openxmlformats.org/officeDocument/2006/relationships/hyperlink" Target="Instructor Progress Test 4 Grams Files/Gram 24/Lofar 1 I.glc" TargetMode="External"/><Relationship Id="rId12" Type="http://schemas.openxmlformats.org/officeDocument/2006/relationships/hyperlink" Target="Instructor Progress Test 4 Grams Files/Gram 24/Lofar 2_b.glc" TargetMode="External"/><Relationship Id="rId13" Type="http://schemas.openxmlformats.org/officeDocument/2006/relationships/hyperlink" Target="Instructor Progress Test 4 Grams Files/Gram 24/Lofar 3 Loop 2.glc" TargetMode="External"/><Relationship Id="rId14" Type="http://schemas.openxmlformats.org/officeDocument/2006/relationships/hyperlink" Target="Instructor Progress Test 4 Grams Files/Gram 25/Analysis Sheet.docx" TargetMode="External"/><Relationship Id="rId15" Type="http://schemas.openxmlformats.org/officeDocument/2006/relationships/hyperlink" Target="Instructor Progress Test 4 Grams Files/Gram 25/Lofar 1 I.glc" TargetMode="External"/><Relationship Id="rId16" Type="http://schemas.openxmlformats.org/officeDocument/2006/relationships/hyperlink" Target="Instructor Progress Test 4 Grams Files/Gram 25/Lofar 2 Loop 1.glc" TargetMode="External"/><Relationship Id="rId17" Type="http://schemas.openxmlformats.org/officeDocument/2006/relationships/hyperlink" Target="Instructor Progress Test 4 Grams Files/Gram 26/Analysis Sheet.docx" TargetMode="External"/><Relationship Id="rId18" Type="http://schemas.openxmlformats.org/officeDocument/2006/relationships/hyperlink" Target="Instructor Progress Test 4 Grams Files/Gram 26/Lofar 1 I.glc" TargetMode="External"/><Relationship Id="rId19" Type="http://schemas.openxmlformats.org/officeDocument/2006/relationships/hyperlink" Target="Instructor Progress Test 4 Grams Files/Gram 26/Lofar 2 Loop 1.glc" TargetMode="External"/><Relationship Id="rId20" Type="http://schemas.openxmlformats.org/officeDocument/2006/relationships/hyperlink" Target="Instructor Progress Test 4 Grams Files/Gram 27/Analysis Sheet.docx" TargetMode="External"/><Relationship Id="rId21" Type="http://schemas.openxmlformats.org/officeDocument/2006/relationships/hyperlink" Target="Instructor Progress Test 4 Grams Files/Gram 27/Lofar 1_a.glc" TargetMode="External"/><Relationship Id="rId22" Type="http://schemas.openxmlformats.org/officeDocument/2006/relationships/hyperlink" Target="Instructor Progress Test 4 Grams Files/Gram 27/Lofar 2.glc" TargetMode="External"/><Relationship Id="rId23" Type="http://schemas.openxmlformats.org/officeDocument/2006/relationships/hyperlink" Target="Instructor Progress Test 4 Grams Files/Gram 27/Lofar 3 Loop 2.glc" TargetMode="External"/><Relationship Id="rId24" Type="http://schemas.openxmlformats.org/officeDocument/2006/relationships/hyperlink" Target="Instructor Progress Test 4 Grams Files/Gram 27/Lofar 4.glc" TargetMode="External"/><Relationship Id="rId25" Type="http://schemas.openxmlformats.org/officeDocument/2006/relationships/hyperlink" Target="Instructor Progress Test 4 Grams Files/Gram 28/Analysis.png" TargetMode="External"/><Relationship Id="rId26" Type="http://schemas.openxmlformats.org/officeDocument/2006/relationships/hyperlink" Target="Instructor Progress Test 4 Grams Files/Gram 28/Lofar 1_a.glc" TargetMode="External"/><Relationship Id="rId27" Type="http://schemas.openxmlformats.org/officeDocument/2006/relationships/hyperlink" Target="Instructor Progress Test 4 Grams Files/Gram 28/Lofar 2 Loop 1.glc" TargetMode="External"/><Relationship Id="rId28" Type="http://schemas.openxmlformats.org/officeDocument/2006/relationships/hyperlink" Target="Instructor Progress Test 4 Grams Files/Gram 28/Lofar 3_b.glc" TargetMode="External"/><Relationship Id="rId29" Type="http://schemas.openxmlformats.org/officeDocument/2006/relationships/hyperlink" Target="Instructor Progress Test 4 Grams Files/Gram 28/Lofar 4 I.glc" TargetMode="External"/><Relationship Id="rId30" Type="http://schemas.openxmlformats.org/officeDocument/2006/relationships/hyperlink" Target="Instructor Progress Test 4 Grams Files/Gram 29/Analysis Sheet.docx" TargetMode="External"/><Relationship Id="rId31" Type="http://schemas.openxmlformats.org/officeDocument/2006/relationships/hyperlink" Target="Instructor Progress Test 4 Grams Files/Gram 29/Lofar 1_b.glc" TargetMode="External"/><Relationship Id="rId32" Type="http://schemas.openxmlformats.org/officeDocument/2006/relationships/hyperlink" Target="Instructor Progress Test 4 Grams Files/Gram 29/Lofar 2 ABC.glc" TargetMode="External"/><Relationship Id="rId33" Type="http://schemas.openxmlformats.org/officeDocument/2006/relationships/hyperlink" Target="Instructor Progress Test 4 Grams Files/Gram 29/Lofar 3_b.glc" TargetMode="External"/><Relationship Id="rId34" Type="http://schemas.openxmlformats.org/officeDocument/2006/relationships/hyperlink" Target="Instructor Progress Test 4 Grams Files/Gram 30/Analysis.png" TargetMode="External"/><Relationship Id="rId35" Type="http://schemas.openxmlformats.org/officeDocument/2006/relationships/hyperlink" Target="Instructor Progress Test 4 Grams Files/Gram 30/Lofar 1.glc" TargetMode="External"/><Relationship Id="rId36" Type="http://schemas.openxmlformats.org/officeDocument/2006/relationships/hyperlink" Target="Instructor Progress Test 4 Grams Files/Gram 32/Analysis.png" TargetMode="External"/><Relationship Id="rId37" Type="http://schemas.openxmlformats.org/officeDocument/2006/relationships/hyperlink" Target="Instructor Progress Test 4 Grams Files/Gram 32/Lofar 1_a.glc" TargetMode="External"/><Relationship Id="rId38" Type="http://schemas.openxmlformats.org/officeDocument/2006/relationships/hyperlink" Target="Instructor Progress Test 4 Grams Files/Gram 33/Analysis.png" TargetMode="External"/><Relationship Id="rId39" Type="http://schemas.openxmlformats.org/officeDocument/2006/relationships/hyperlink" Target="Instructor Progress Test 4 Grams Files/Gram 33/Lofar 1 ABC.glc" TargetMode="External"/><Relationship Id="rId40" Type="http://schemas.openxmlformats.org/officeDocument/2006/relationships/hyperlink" Target="Instructor Progress Test 4 Grams Files/Gram 33/Lofar 2.glc" TargetMode="External"/><Relationship Id="rId41" Type="http://schemas.openxmlformats.org/officeDocument/2006/relationships/hyperlink" Target="Instructor Progress Test 4 Grams Files/Gram 33/Lofar 3_b.glc" TargetMode="External"/><Relationship Id="rId42" Type="http://schemas.openxmlformats.org/officeDocument/2006/relationships/hyperlink" Target="Instructor Progress Test 4 Grams Files/Gram 33/Lofar 4 ABC.glc" TargetMode="External"/><Relationship Id="rId43" Type="http://schemas.openxmlformats.org/officeDocument/2006/relationships/hyperlink" Target="Instructor Progress Test 4 Grams Files/Gram 34/Analysis.png" TargetMode="External"/><Relationship Id="rId44" Type="http://schemas.openxmlformats.org/officeDocument/2006/relationships/hyperlink" Target="Instructor Progress Test 4 Grams Files/Gram 34/Lofar 1_b.glc" TargetMode="External"/><Relationship Id="rId45" Type="http://schemas.openxmlformats.org/officeDocument/2006/relationships/hyperlink" Target="Instructor Progress Test 4 Grams Files/Gram 34/Lofar 2 Loop 2.glc" TargetMode="External"/><Relationship Id="rId46" Type="http://schemas.openxmlformats.org/officeDocument/2006/relationships/hyperlink" Target="Instructor Progress Test 4 Grams Files/Gram 34/Lofar 3 ABC.glc" TargetMode="External"/><Relationship Id="rId47" Type="http://schemas.openxmlformats.org/officeDocument/2006/relationships/hyperlink" Target="Instructor Progress Test 4 Grams Files/Gram 34/Lofar 4_a.glc" TargetMode="External"/><Relationship Id="rId48" Type="http://schemas.openxmlformats.org/officeDocument/2006/relationships/hyperlink" Target="Instructor Progress Test 4 Grams Files/Gram 35/Analysis.png" TargetMode="External"/><Relationship Id="rId49" Type="http://schemas.openxmlformats.org/officeDocument/2006/relationships/hyperlink" Target="Instructor Progress Test 4 Grams Files/Gram 35/Lofar 1.glc" TargetMode="External"/><Relationship Id="rId50" Type="http://schemas.openxmlformats.org/officeDocument/2006/relationships/hyperlink" Target="Instructor Progress Test 4 Grams Files/Gram 36/Analysis Sheet.docx" TargetMode="External"/><Relationship Id="rId51" Type="http://schemas.openxmlformats.org/officeDocument/2006/relationships/hyperlink" Target="Instructor Progress Test 4 Grams Files/Gram 36/Lofar 1 Loop 2.glc" TargetMode="External"/><Relationship Id="rId52" Type="http://schemas.openxmlformats.org/officeDocument/2006/relationships/hyperlink" Target="Instructor Progress Test 4 Grams Files/Gram 36/Lofar 2_a.gl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4 Grams — Page 1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A-wing, Category 2, Bespin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Lambda Shuttle contact bearing 219, codename Cardassia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8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Acclamator-class, Category 1, Trill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  <a:p>
            <a:r>
              <a:rPr sz="800">
                <a:hlinkClick r:id="rId10"/>
              </a:rPr>
              <a:t>Lofar 2</a:t>
            </a:r>
          </a:p>
        </p:txBody>
      </p:sp>
      <p:sp>
        <p:nvSpPr>
          <p:cNvPr id="9" name="Rounded Rectangle 8"/>
          <p:cNvSpPr/>
          <p:nvPr>
            <a:hlinkClick r:id="rId11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Nebulon-B contact bearing 084, codename Risa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  <a:p>
            <a:r>
              <a:rPr sz="800">
                <a:hlinkClick r:id="rId13"/>
              </a:rPr>
              <a:t>Lofar 2</a:t>
            </a:r>
          </a:p>
          <a:p>
            <a:r>
              <a:rPr sz="800">
                <a:hlinkClick r:id="rId14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5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Discovery contact bearing 136, codename Tantive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</p:txBody>
      </p:sp>
      <p:sp>
        <p:nvSpPr>
          <p:cNvPr id="13" name="Rounded Rectangle 12"/>
          <p:cNvSpPr/>
          <p:nvPr>
            <a:hlinkClick r:id="rId18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Tantive IV, Category 3, Vulcan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  <a:p>
            <a:r>
              <a:rPr sz="800">
                <a:hlinkClick r:id="rId21"/>
              </a:rPr>
              <a:t>Lofar 3</a:t>
            </a:r>
          </a:p>
        </p:txBody>
      </p:sp>
      <p:sp>
        <p:nvSpPr>
          <p:cNvPr id="15" name="Rounded Rectangle 14"/>
          <p:cNvSpPr/>
          <p:nvPr>
            <a:hlinkClick r:id="rId22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FR Devastator, Category 3, Yavin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</p:txBody>
      </p:sp>
      <p:sp>
        <p:nvSpPr>
          <p:cNvPr id="17" name="Rounded Rectangle 16"/>
          <p:cNvSpPr/>
          <p:nvPr>
            <a:hlinkClick r:id="rId24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Enterprise, Category 2, Mustafar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</p:txBody>
      </p:sp>
      <p:sp>
        <p:nvSpPr>
          <p:cNvPr id="19" name="Rounded Rectangle 18"/>
          <p:cNvSpPr/>
          <p:nvPr>
            <a:hlinkClick r:id="rId26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FR Slave I, Category 4, Naboo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7"/>
              </a:rPr>
              <a:t>Lofar 1</a:t>
            </a:r>
          </a:p>
        </p:txBody>
      </p:sp>
      <p:sp>
        <p:nvSpPr>
          <p:cNvPr id="21" name="Rounded Rectangle 20"/>
          <p:cNvSpPr/>
          <p:nvPr>
            <a:hlinkClick r:id="rId28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Slave I contact bearing 010, codename Naboo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  <a:p>
            <a:r>
              <a:rPr sz="800">
                <a:hlinkClick r:id="rId30"/>
              </a:rPr>
              <a:t>Lofar 2</a:t>
            </a:r>
          </a:p>
        </p:txBody>
      </p:sp>
      <p:sp>
        <p:nvSpPr>
          <p:cNvPr id="23" name="Rounded Rectangle 22"/>
          <p:cNvSpPr/>
          <p:nvPr>
            <a:hlinkClick r:id="rId31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Galaxy-class, Category 2, Risa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</p:txBody>
      </p:sp>
      <p:sp>
        <p:nvSpPr>
          <p:cNvPr id="25" name="Rounded Rectangle 24"/>
          <p:cNvSpPr/>
          <p:nvPr>
            <a:hlinkClick r:id="rId33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Y-wing, Category 4, Vulcan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4"/>
              </a:rPr>
              <a:t>Lofar 1</a:t>
            </a:r>
          </a:p>
          <a:p>
            <a:r>
              <a:rPr sz="800">
                <a:hlinkClick r:id="rId35"/>
              </a:rPr>
              <a:t>Lofar 2</a:t>
            </a:r>
          </a:p>
          <a:p>
            <a:r>
              <a:rPr sz="800">
                <a:hlinkClick r:id="rId36"/>
              </a:rPr>
              <a:t>Lofar 3</a:t>
            </a:r>
          </a:p>
          <a:p>
            <a:r>
              <a:rPr sz="800">
                <a:hlinkClick r:id="rId37"/>
              </a:rPr>
              <a:t>Lofar 4</a:t>
            </a:r>
          </a:p>
        </p:txBody>
      </p:sp>
      <p:sp>
        <p:nvSpPr>
          <p:cNvPr id="27" name="Rounded Rectangle 26"/>
          <p:cNvSpPr/>
          <p:nvPr>
            <a:hlinkClick r:id="rId38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Tantive IV, Category 2, Dagobah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  <a:p>
            <a:r>
              <a:rPr sz="800">
                <a:hlinkClick r:id="rId41"/>
              </a:rPr>
              <a:t>Lofar 3</a:t>
            </a:r>
          </a:p>
        </p:txBody>
      </p:sp>
      <p:sp>
        <p:nvSpPr>
          <p:cNvPr id="29" name="Rounded Rectangle 28"/>
          <p:cNvSpPr/>
          <p:nvPr>
            <a:hlinkClick r:id="rId42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Prometheus, Category 3, Hoth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  <a:p>
            <a:r>
              <a:rPr sz="800">
                <a:hlinkClick r:id="rId44"/>
              </a:rPr>
              <a:t>Lofar 2</a:t>
            </a:r>
          </a:p>
        </p:txBody>
      </p:sp>
      <p:sp>
        <p:nvSpPr>
          <p:cNvPr id="31" name="Rounded Rectangle 30"/>
          <p:cNvSpPr/>
          <p:nvPr>
            <a:hlinkClick r:id="rId45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A-wing, Category 2, Hoth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4 Grams — Page 2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Acclamator-class contact bearing 019, codename Defiant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Akira-class contact bearing 296, codename Bespin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8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Miranda-class, Category 3, Trill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9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10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Nebula-class, Category 4, Coruscant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4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Mon Calamari Cruiser, Category 1, Bespin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</p:txBody>
      </p:sp>
      <p:sp>
        <p:nvSpPr>
          <p:cNvPr id="13" name="Rounded Rectangle 12"/>
          <p:cNvSpPr/>
          <p:nvPr>
            <a:hlinkClick r:id="rId17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Enterprise, Category 3, Betazed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20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FR Excelsior, Category 1, Romulus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  <a:p>
            <a:r>
              <a:rPr sz="800">
                <a:hlinkClick r:id="rId22"/>
              </a:rPr>
              <a:t>Lofar 2</a:t>
            </a:r>
          </a:p>
          <a:p>
            <a:r>
              <a:rPr sz="800">
                <a:hlinkClick r:id="rId23"/>
              </a:rPr>
              <a:t>Lofar 3</a:t>
            </a:r>
          </a:p>
          <a:p>
            <a:r>
              <a:rPr sz="800">
                <a:hlinkClick r:id="rId24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5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Devastator, Category 4, Risa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  <a:p>
            <a:r>
              <a:rPr sz="800">
                <a:hlinkClick r:id="rId28"/>
              </a:rPr>
              <a:t>Lofar 3</a:t>
            </a:r>
          </a:p>
          <a:p>
            <a:r>
              <a:rPr sz="800">
                <a:hlinkClick r:id="rId29"/>
              </a:rPr>
              <a:t>Lofar 4</a:t>
            </a:r>
          </a:p>
        </p:txBody>
      </p:sp>
      <p:sp>
        <p:nvSpPr>
          <p:cNvPr id="19" name="Rounded Rectangle 18"/>
          <p:cNvSpPr/>
          <p:nvPr>
            <a:hlinkClick r:id="rId30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Prometheus contact bearing 178, codename Trill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4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Ghost, Category 2, Risa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</p:txBody>
      </p:sp>
      <p:sp>
        <p:nvSpPr>
          <p:cNvPr id="23" name="Rounded Rectangle 22"/>
          <p:cNvSpPr/>
          <p:nvPr>
            <a:hlinkClick r:id="rId36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Defiant, Category 4, Kobol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7"/>
              </a:rPr>
              <a:t>Lofar 1</a:t>
            </a:r>
          </a:p>
        </p:txBody>
      </p:sp>
      <p:sp>
        <p:nvSpPr>
          <p:cNvPr id="25" name="Rounded Rectangle 24"/>
          <p:cNvSpPr/>
          <p:nvPr>
            <a:hlinkClick r:id="rId38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Ghost, Category 4, Risa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  <a:p>
            <a:r>
              <a:rPr sz="800">
                <a:hlinkClick r:id="rId41"/>
              </a:rPr>
              <a:t>Lofar 3</a:t>
            </a:r>
          </a:p>
          <a:p>
            <a:r>
              <a:rPr sz="800">
                <a:hlinkClick r:id="rId42"/>
              </a:rPr>
              <a:t>Lofar 4</a:t>
            </a:r>
          </a:p>
        </p:txBody>
      </p:sp>
      <p:sp>
        <p:nvSpPr>
          <p:cNvPr id="27" name="Rounded Rectangle 26"/>
          <p:cNvSpPr/>
          <p:nvPr>
            <a:hlinkClick r:id="rId43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FR Reliant, Category 3, Risa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  <a:p>
            <a:r>
              <a:rPr sz="800">
                <a:hlinkClick r:id="rId45"/>
              </a:rPr>
              <a:t>Lofar 2</a:t>
            </a:r>
          </a:p>
          <a:p>
            <a:r>
              <a:rPr sz="800">
                <a:hlinkClick r:id="rId46"/>
              </a:rPr>
              <a:t>Lofar 3</a:t>
            </a:r>
          </a:p>
          <a:p>
            <a:r>
              <a:rPr sz="800">
                <a:hlinkClick r:id="rId47"/>
              </a:rPr>
              <a:t>Lofar 4</a:t>
            </a:r>
          </a:p>
        </p:txBody>
      </p:sp>
      <p:sp>
        <p:nvSpPr>
          <p:cNvPr id="29" name="Rounded Rectangle 28"/>
          <p:cNvSpPr/>
          <p:nvPr>
            <a:hlinkClick r:id="rId48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Slave I, Category 3, Dagobah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9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50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Equinox, Category 2, Gandalf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  <a:p>
            <a:r>
              <a:rPr sz="800">
                <a:hlinkClick r:id="rId52"/>
              </a:rPr>
              <a:t>Lofar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