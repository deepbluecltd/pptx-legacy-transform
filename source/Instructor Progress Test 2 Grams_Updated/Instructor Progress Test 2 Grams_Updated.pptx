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Test 2 Grams_Updated Files/Gram 1/Analysis.png" TargetMode="External"/><Relationship Id="rId3" Type="http://schemas.openxmlformats.org/officeDocument/2006/relationships/hyperlink" Target="Instructor Progress Test 2 Grams_Updated Files/Gram 1/Lofar 1 ABC.glc" TargetMode="External"/><Relationship Id="rId4" Type="http://schemas.openxmlformats.org/officeDocument/2006/relationships/hyperlink" Target="Instructor Progress Test 2 Grams_Updated Files/Gram 1/Lofar 2_a.glc" TargetMode="External"/><Relationship Id="rId5" Type="http://schemas.openxmlformats.org/officeDocument/2006/relationships/hyperlink" Target="Instructor Progress Test 2 Grams_Updated Files/Gram 1/Lofar 3.glc" TargetMode="External"/><Relationship Id="rId6" Type="http://schemas.openxmlformats.org/officeDocument/2006/relationships/hyperlink" Target="Instructor Progress Test 2 Grams_Updated Files/Gram 1/Lofar 4 I.glc" TargetMode="External"/><Relationship Id="rId7" Type="http://schemas.openxmlformats.org/officeDocument/2006/relationships/hyperlink" Target="Instructor Progress Test 2 Grams_Updated Files/Gram 2/Analysis Sheet.docx" TargetMode="External"/><Relationship Id="rId8" Type="http://schemas.openxmlformats.org/officeDocument/2006/relationships/hyperlink" Target="Instructor Progress Test 2 Grams_Updated Files/Gram 2/Lofar 1_b.glc" TargetMode="External"/><Relationship Id="rId9" Type="http://schemas.openxmlformats.org/officeDocument/2006/relationships/hyperlink" Target="Instructor Progress Test 2 Grams_Updated Files/Gram 2/Lofar 2 Loop 1.glc" TargetMode="External"/><Relationship Id="rId10" Type="http://schemas.openxmlformats.org/officeDocument/2006/relationships/hyperlink" Target="Instructor Progress Test 2 Grams_Updated Files/Gram 2/Lofar 3 ABC.glc" TargetMode="External"/><Relationship Id="rId11" Type="http://schemas.openxmlformats.org/officeDocument/2006/relationships/hyperlink" Target="Instructor Progress Test 2 Grams_Updated Files/Gram 3/Analysis Sheet.docx" TargetMode="External"/><Relationship Id="rId12" Type="http://schemas.openxmlformats.org/officeDocument/2006/relationships/hyperlink" Target="Instructor Progress Test 2 Grams_Updated Files/Gram 3/Lofar 1.glc" TargetMode="External"/><Relationship Id="rId13" Type="http://schemas.openxmlformats.org/officeDocument/2006/relationships/hyperlink" Target="Instructor Progress Test 2 Grams_Updated Files/Gram 4/Analysis Sheet.docx" TargetMode="External"/><Relationship Id="rId14" Type="http://schemas.openxmlformats.org/officeDocument/2006/relationships/hyperlink" Target="Instructor Progress Test 2 Grams_Updated Files/Gram 4/Lofar 1_b.glc" TargetMode="External"/><Relationship Id="rId15" Type="http://schemas.openxmlformats.org/officeDocument/2006/relationships/hyperlink" Target="Instructor Progress Test 2 Grams_Updated Files/Gram 5/Analysis Sheet.docx" TargetMode="External"/><Relationship Id="rId16" Type="http://schemas.openxmlformats.org/officeDocument/2006/relationships/hyperlink" Target="Instructor Progress Test 2 Grams_Updated Files/Gram 5/Lofar 1 ABC.glc" TargetMode="External"/><Relationship Id="rId17" Type="http://schemas.openxmlformats.org/officeDocument/2006/relationships/hyperlink" Target="Instructor Progress Test 2 Grams_Updated Files/Gram 6/Analysis.png" TargetMode="External"/><Relationship Id="rId18" Type="http://schemas.openxmlformats.org/officeDocument/2006/relationships/hyperlink" Target="Instructor Progress Test 2 Grams_Updated Files/Gram 6/Lofar 1_a.glc" TargetMode="External"/><Relationship Id="rId19" Type="http://schemas.openxmlformats.org/officeDocument/2006/relationships/hyperlink" Target="Instructor Progress Test 2 Grams_Updated Files/Gram 6/Lofar 2 Loop 1.glc" TargetMode="External"/><Relationship Id="rId20" Type="http://schemas.openxmlformats.org/officeDocument/2006/relationships/hyperlink" Target="Instructor Progress Test 2 Grams_Updated Files/Gram 6/Lofar 3 Loop 1.glc" TargetMode="External"/><Relationship Id="rId21" Type="http://schemas.openxmlformats.org/officeDocument/2006/relationships/hyperlink" Target="Instructor Progress Test 2 Grams_Updated Files/Gram 6/Lofar 4_b.glc" TargetMode="External"/><Relationship Id="rId22" Type="http://schemas.openxmlformats.org/officeDocument/2006/relationships/hyperlink" Target="Instructor Progress Test 2 Grams_Updated Files/Gram 7/Analysis Sheet.docx" TargetMode="External"/><Relationship Id="rId23" Type="http://schemas.openxmlformats.org/officeDocument/2006/relationships/hyperlink" Target="Instructor Progress Test 2 Grams_Updated Files/Gram 7/Lofar 1 Loop 2.glc" TargetMode="External"/><Relationship Id="rId24" Type="http://schemas.openxmlformats.org/officeDocument/2006/relationships/hyperlink" Target="Instructor Progress Test 2 Grams_Updated Files/Gram 7/Lofar 2.glc" TargetMode="External"/><Relationship Id="rId25" Type="http://schemas.openxmlformats.org/officeDocument/2006/relationships/hyperlink" Target="Instructor Progress Test 2 Grams_Updated Files/Gram 7/Lofar 3_b.glc" TargetMode="External"/><Relationship Id="rId26" Type="http://schemas.openxmlformats.org/officeDocument/2006/relationships/hyperlink" Target="Instructor Progress Test 2 Grams_Updated Files/Gram 7/Lofar 4_b.glc" TargetMode="External"/><Relationship Id="rId27" Type="http://schemas.openxmlformats.org/officeDocument/2006/relationships/hyperlink" Target="Instructor Progress Test 2 Grams_Updated Files/Gram 8/Analysis.png" TargetMode="External"/><Relationship Id="rId28" Type="http://schemas.openxmlformats.org/officeDocument/2006/relationships/hyperlink" Target="Instructor Progress Test 2 Grams_Updated Files/Gram 8/Lofar 1_a.glc" TargetMode="External"/><Relationship Id="rId29" Type="http://schemas.openxmlformats.org/officeDocument/2006/relationships/hyperlink" Target="Instructor Progress Test 2 Grams_Updated Files/Gram 8/Lofar 2.glc" TargetMode="External"/><Relationship Id="rId30" Type="http://schemas.openxmlformats.org/officeDocument/2006/relationships/hyperlink" Target="Instructor Progress Test 2 Grams_Updated Files/Gram 8/Lofar 3_b.glc" TargetMode="External"/><Relationship Id="rId31" Type="http://schemas.openxmlformats.org/officeDocument/2006/relationships/hyperlink" Target="Instructor Progress Test 2 Grams_Updated Files/Gram 9/Analysis Sheet.docx" TargetMode="External"/><Relationship Id="rId32" Type="http://schemas.openxmlformats.org/officeDocument/2006/relationships/hyperlink" Target="Instructor Progress Test 2 Grams_Updated Files/Gram 9/Lofar 1 I.glc" TargetMode="External"/><Relationship Id="rId33" Type="http://schemas.openxmlformats.org/officeDocument/2006/relationships/hyperlink" Target="Instructor Progress Test 2 Grams_Updated Files/Gram 9/Lofar 2 Loop 1.glc" TargetMode="External"/><Relationship Id="rId34" Type="http://schemas.openxmlformats.org/officeDocument/2006/relationships/hyperlink" Target="Instructor Progress Test 2 Grams_Updated Files/Gram 9/Lofar 3 Loop 2.glc" TargetMode="External"/><Relationship Id="rId35" Type="http://schemas.openxmlformats.org/officeDocument/2006/relationships/hyperlink" Target="Instructor Progress Test 2 Grams_Updated Files/Gram 10/Analysis.png" TargetMode="External"/><Relationship Id="rId36" Type="http://schemas.openxmlformats.org/officeDocument/2006/relationships/hyperlink" Target="Instructor Progress Test 2 Grams_Updated Files/Gram 10/Lofar 1 Loop 1.glc" TargetMode="External"/><Relationship Id="rId37" Type="http://schemas.openxmlformats.org/officeDocument/2006/relationships/hyperlink" Target="Instructor Progress Test 2 Grams_Updated Files/Gram 11/Analysis Sheet.docx" TargetMode="External"/><Relationship Id="rId38" Type="http://schemas.openxmlformats.org/officeDocument/2006/relationships/hyperlink" Target="Instructor Progress Test 2 Grams_Updated Files/Gram 11/Lofar 1_b.glc" TargetMode="External"/><Relationship Id="rId39" Type="http://schemas.openxmlformats.org/officeDocument/2006/relationships/hyperlink" Target="Instructor Progress Test 2 Grams_Updated Files/Gram 11/Lofar 2 I.glc" TargetMode="External"/><Relationship Id="rId40" Type="http://schemas.openxmlformats.org/officeDocument/2006/relationships/hyperlink" Target="Instructor Progress Test 2 Grams_Updated Files/Gram 11/Lofar 3.glc" TargetMode="External"/><Relationship Id="rId41" Type="http://schemas.openxmlformats.org/officeDocument/2006/relationships/hyperlink" Target="Instructor Progress Test 2 Grams_Updated Files/Gram 12/Analysis.png" TargetMode="External"/><Relationship Id="rId42" Type="http://schemas.openxmlformats.org/officeDocument/2006/relationships/hyperlink" Target="Instructor Progress Test 2 Grams_Updated Files/Gram 12/Lofar 1 Loop 2.glc" TargetMode="External"/><Relationship Id="rId43" Type="http://schemas.openxmlformats.org/officeDocument/2006/relationships/hyperlink" Target="Instructor Progress Test 2 Grams_Updated Files/Gram 12/Lofar 2 ABC.glc" TargetMode="External"/><Relationship Id="rId44" Type="http://schemas.openxmlformats.org/officeDocument/2006/relationships/hyperlink" Target="Instructor Progress Test 2 Grams_Updated Files/Gram 12/Lofar 3 I.glc" TargetMode="External"/><Relationship Id="rId45" Type="http://schemas.openxmlformats.org/officeDocument/2006/relationships/hyperlink" Target="Instructor Progress Test 2 Grams_Updated Files/Gram 13/Analysis.png" TargetMode="External"/><Relationship Id="rId46" Type="http://schemas.openxmlformats.org/officeDocument/2006/relationships/hyperlink" Target="Instructor Progress Test 2 Grams_Updated Files/Gram 13/Lofar 1_a.glc" TargetMode="External"/><Relationship Id="rId47" Type="http://schemas.openxmlformats.org/officeDocument/2006/relationships/hyperlink" Target="Instructor Progress Test 2 Grams_Updated Files/Gram 14/Analysis Sheet.docx" TargetMode="External"/><Relationship Id="rId48" Type="http://schemas.openxmlformats.org/officeDocument/2006/relationships/hyperlink" Target="Instructor Progress Test 2 Grams_Updated Files/Gram 14/Lofar 1 Loop 1.glc" TargetMode="External"/><Relationship Id="rId49" Type="http://schemas.openxmlformats.org/officeDocument/2006/relationships/hyperlink" Target="Instructor Progress Test 2 Grams_Updated Files/Gram 14/Lofar 2 Loop 1.glc" TargetMode="External"/><Relationship Id="rId50" Type="http://schemas.openxmlformats.org/officeDocument/2006/relationships/hyperlink" Target="Instructor Progress Test 2 Grams_Updated Files/Gram 15/Analysis.png" TargetMode="External"/><Relationship Id="rId51" Type="http://schemas.openxmlformats.org/officeDocument/2006/relationships/hyperlink" Target="Instructor Progress Test 2 Grams_Updated Files/Gram 15/Lofar 1_a.glc" TargetMode="External"/><Relationship Id="rId52" Type="http://schemas.openxmlformats.org/officeDocument/2006/relationships/hyperlink" Target="Instructor Progress Test 2 Grams_Updated Files/Gram 15/Lofar 2 ABC.glc" TargetMode="External"/><Relationship Id="rId53" Type="http://schemas.openxmlformats.org/officeDocument/2006/relationships/hyperlink" Target="Instructor Progress Test 2 Grams_Updated Files/Gram 15/Lofar 3 Loop 2.glc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Test 2 Grams_Updated Files/Gram 16/Analysis.png" TargetMode="External"/><Relationship Id="rId3" Type="http://schemas.openxmlformats.org/officeDocument/2006/relationships/hyperlink" Target="Instructor Progress Test 2 Grams_Updated Files/Gram 16/Lofar 1.glc" TargetMode="External"/><Relationship Id="rId4" Type="http://schemas.openxmlformats.org/officeDocument/2006/relationships/hyperlink" Target="Instructor Progress Test 2 Grams_Updated Files/Gram 16/Lofar 2 Loop 2.glc" TargetMode="External"/><Relationship Id="rId5" Type="http://schemas.openxmlformats.org/officeDocument/2006/relationships/hyperlink" Target="Instructor Progress Test 2 Grams_Updated Files/Gram 16/Lofar 3_b.glc" TargetMode="External"/><Relationship Id="rId6" Type="http://schemas.openxmlformats.org/officeDocument/2006/relationships/hyperlink" Target="Instructor Progress Test 2 Grams_Updated Files/Gram 16/Lofar 4 Loop 1.glc" TargetMode="External"/><Relationship Id="rId7" Type="http://schemas.openxmlformats.org/officeDocument/2006/relationships/hyperlink" Target="Instructor Progress Test 2 Grams_Updated Files/Gram 17/Analysis Sheet.docx" TargetMode="External"/><Relationship Id="rId8" Type="http://schemas.openxmlformats.org/officeDocument/2006/relationships/hyperlink" Target="Instructor Progress Test 2 Grams_Updated Files/Gram 17/Lofar 1 Loop 2.glc" TargetMode="External"/><Relationship Id="rId9" Type="http://schemas.openxmlformats.org/officeDocument/2006/relationships/hyperlink" Target="Instructor Progress Test 2 Grams_Updated Files/Gram 18/Analysis Sheet.docx" TargetMode="External"/><Relationship Id="rId10" Type="http://schemas.openxmlformats.org/officeDocument/2006/relationships/hyperlink" Target="Instructor Progress Test 2 Grams_Updated Files/Gram 18/Lofar 1 Loop 1.glc" TargetMode="External"/><Relationship Id="rId11" Type="http://schemas.openxmlformats.org/officeDocument/2006/relationships/hyperlink" Target="Instructor Progress Test 2 Grams_Updated Files/Gram 18/Lofar 2 I.glc" TargetMode="External"/><Relationship Id="rId12" Type="http://schemas.openxmlformats.org/officeDocument/2006/relationships/hyperlink" Target="Instructor Progress Test 2 Grams_Updated Files/Gram 18/Lofar 3 ABC.glc" TargetMode="External"/><Relationship Id="rId13" Type="http://schemas.openxmlformats.org/officeDocument/2006/relationships/hyperlink" Target="Instructor Progress Test 2 Grams_Updated Files/Gram 18/Lofar 4 I.glc" TargetMode="External"/><Relationship Id="rId14" Type="http://schemas.openxmlformats.org/officeDocument/2006/relationships/hyperlink" Target="Instructor Progress Test 2 Grams_Updated Files/Gram 20/Analysis.png" TargetMode="External"/><Relationship Id="rId15" Type="http://schemas.openxmlformats.org/officeDocument/2006/relationships/hyperlink" Target="Instructor Progress Test 2 Grams_Updated Files/Gram 20/Lofar 1 Loop 2.glc" TargetMode="External"/><Relationship Id="rId16" Type="http://schemas.openxmlformats.org/officeDocument/2006/relationships/hyperlink" Target="Instructor Progress Test 2 Grams_Updated Files/Gram 20/Lofar 2 Loop 2.glc" TargetMode="External"/><Relationship Id="rId17" Type="http://schemas.openxmlformats.org/officeDocument/2006/relationships/hyperlink" Target="Instructor Progress Test 2 Grams_Updated Files/Gram 22/Analysis.png" TargetMode="External"/><Relationship Id="rId18" Type="http://schemas.openxmlformats.org/officeDocument/2006/relationships/hyperlink" Target="Instructor Progress Test 2 Grams_Updated Files/Gram 22/Lofar 1.glc" TargetMode="External"/><Relationship Id="rId19" Type="http://schemas.openxmlformats.org/officeDocument/2006/relationships/hyperlink" Target="Instructor Progress Test 2 Grams_Updated Files/Gram 22/Lofar 2 ABC.glc" TargetMode="External"/><Relationship Id="rId20" Type="http://schemas.openxmlformats.org/officeDocument/2006/relationships/hyperlink" Target="Instructor Progress Test 2 Grams_Updated Files/Gram 22/Lofar 3 I.glc" TargetMode="External"/><Relationship Id="rId21" Type="http://schemas.openxmlformats.org/officeDocument/2006/relationships/hyperlink" Target="Instructor Progress Test 2 Grams_Updated Files/Gram 23/Analysis Sheet.docx" TargetMode="External"/><Relationship Id="rId22" Type="http://schemas.openxmlformats.org/officeDocument/2006/relationships/hyperlink" Target="Instructor Progress Test 2 Grams_Updated Files/Gram 23/Lofar 1 Loop 2.glc" TargetMode="External"/><Relationship Id="rId23" Type="http://schemas.openxmlformats.org/officeDocument/2006/relationships/hyperlink" Target="Instructor Progress Test 2 Grams_Updated Files/Gram 24/Analysis Sheet.docx" TargetMode="External"/><Relationship Id="rId24" Type="http://schemas.openxmlformats.org/officeDocument/2006/relationships/hyperlink" Target="Instructor Progress Test 2 Grams_Updated Files/Gram 24/Lofar 1 I.glc" TargetMode="External"/><Relationship Id="rId25" Type="http://schemas.openxmlformats.org/officeDocument/2006/relationships/hyperlink" Target="Instructor Progress Test 2 Grams_Updated Files/Gram 24/Lofar 2 Loop 2.glc" TargetMode="External"/><Relationship Id="rId26" Type="http://schemas.openxmlformats.org/officeDocument/2006/relationships/hyperlink" Target="Instructor Progress Test 2 Grams_Updated Files/Gram 24/Lofar 3 ABC.glc" TargetMode="External"/><Relationship Id="rId27" Type="http://schemas.openxmlformats.org/officeDocument/2006/relationships/hyperlink" Target="Instructor Progress Test 2 Grams_Updated Files/Gram 24/Lofar 4.glc" TargetMode="External"/><Relationship Id="rId28" Type="http://schemas.openxmlformats.org/officeDocument/2006/relationships/hyperlink" Target="Instructor Progress Test 2 Grams_Updated Files/Gram 25/Analysis.png" TargetMode="External"/><Relationship Id="rId29" Type="http://schemas.openxmlformats.org/officeDocument/2006/relationships/hyperlink" Target="Instructor Progress Test 2 Grams_Updated Files/Gram 25/Lofar 1 ABC.glc" TargetMode="External"/><Relationship Id="rId30" Type="http://schemas.openxmlformats.org/officeDocument/2006/relationships/hyperlink" Target="Instructor Progress Test 2 Grams_Updated Files/Gram 26/Analysis.png" TargetMode="External"/><Relationship Id="rId31" Type="http://schemas.openxmlformats.org/officeDocument/2006/relationships/hyperlink" Target="Instructor Progress Test 2 Grams_Updated Files/Gram 26/Lofar 1.glc" TargetMode="External"/><Relationship Id="rId32" Type="http://schemas.openxmlformats.org/officeDocument/2006/relationships/hyperlink" Target="Instructor Progress Test 2 Grams_Updated Files/Gram 26/Lofar 2 ABC.glc" TargetMode="External"/><Relationship Id="rId33" Type="http://schemas.openxmlformats.org/officeDocument/2006/relationships/hyperlink" Target="Instructor Progress Test 2 Grams_Updated Files/Gram 26/Lofar 3 ABC.glc" TargetMode="External"/><Relationship Id="rId34" Type="http://schemas.openxmlformats.org/officeDocument/2006/relationships/hyperlink" Target="Instructor Progress Test 2 Grams_Updated Files/Gram 26/Lofar 4 Loop 1.glc" TargetMode="External"/><Relationship Id="rId35" Type="http://schemas.openxmlformats.org/officeDocument/2006/relationships/hyperlink" Target="Instructor Progress Test 2 Grams_Updated Files/Gram 28/Analysis.png" TargetMode="External"/><Relationship Id="rId36" Type="http://schemas.openxmlformats.org/officeDocument/2006/relationships/hyperlink" Target="Instructor Progress Test 2 Grams_Updated Files/Gram 28/Lofar 1 Loop 1.glc" TargetMode="External"/><Relationship Id="rId37" Type="http://schemas.openxmlformats.org/officeDocument/2006/relationships/hyperlink" Target="Instructor Progress Test 2 Grams_Updated Files/Gram 28/Lofar 2 Loop 1.glc" TargetMode="External"/><Relationship Id="rId38" Type="http://schemas.openxmlformats.org/officeDocument/2006/relationships/hyperlink" Target="Instructor Progress Test 2 Grams_Updated Files/Gram 30/Analysis Sheet.docx" TargetMode="External"/><Relationship Id="rId39" Type="http://schemas.openxmlformats.org/officeDocument/2006/relationships/hyperlink" Target="Instructor Progress Test 2 Grams_Updated Files/Gram 30/Lofar 1_b.glc" TargetMode="External"/><Relationship Id="rId40" Type="http://schemas.openxmlformats.org/officeDocument/2006/relationships/hyperlink" Target="Instructor Progress Test 2 Grams_Updated Files/Gram 30/Lofar 2.glc" TargetMode="External"/><Relationship Id="rId41" Type="http://schemas.openxmlformats.org/officeDocument/2006/relationships/hyperlink" Target="Instructor Progress Test 2 Grams_Updated Files/Gram 30/Lofar 3.glc" TargetMode="External"/><Relationship Id="rId42" Type="http://schemas.openxmlformats.org/officeDocument/2006/relationships/hyperlink" Target="Instructor Progress Test 2 Grams_Updated Files/Gram 31/Analysis.png" TargetMode="External"/><Relationship Id="rId43" Type="http://schemas.openxmlformats.org/officeDocument/2006/relationships/hyperlink" Target="Instructor Progress Test 2 Grams_Updated Files/Gram 31/Lofar 1 I.glc" TargetMode="External"/><Relationship Id="rId44" Type="http://schemas.openxmlformats.org/officeDocument/2006/relationships/hyperlink" Target="Instructor Progress Test 2 Grams_Updated Files/Gram 31/Lofar 2_b.glc" TargetMode="External"/><Relationship Id="rId45" Type="http://schemas.openxmlformats.org/officeDocument/2006/relationships/hyperlink" Target="Instructor Progress Test 2 Grams_Updated Files/Gram 32/Analysis Sheet.docx" TargetMode="External"/><Relationship Id="rId46" Type="http://schemas.openxmlformats.org/officeDocument/2006/relationships/hyperlink" Target="Instructor Progress Test 2 Grams_Updated Files/Gram 32/Lofar 1 I.glc" TargetMode="External"/><Relationship Id="rId47" Type="http://schemas.openxmlformats.org/officeDocument/2006/relationships/hyperlink" Target="Instructor Progress Test 2 Grams_Updated Files/Gram 32/Lofar 2_a.glc" TargetMode="External"/><Relationship Id="rId48" Type="http://schemas.openxmlformats.org/officeDocument/2006/relationships/hyperlink" Target="Instructor Progress Test 2 Grams_Updated Files/Gram 32/Lofar 3_b.glc" TargetMode="External"/><Relationship Id="rId49" Type="http://schemas.openxmlformats.org/officeDocument/2006/relationships/hyperlink" Target="Instructor Progress Test 2 Grams_Updated Files/Gram 32/Lofar 4_b.glc" TargetMode="External"/><Relationship Id="rId50" Type="http://schemas.openxmlformats.org/officeDocument/2006/relationships/hyperlink" Target="Instructor Progress Test 2 Grams_Updated Files/Gram 34/Analysis.png" TargetMode="External"/><Relationship Id="rId51" Type="http://schemas.openxmlformats.org/officeDocument/2006/relationships/hyperlink" Target="Instructor Progress Test 2 Grams_Updated Files/Gram 34/Lofar 1_a.glc" TargetMode="External"/><Relationship Id="rId52" Type="http://schemas.openxmlformats.org/officeDocument/2006/relationships/hyperlink" Target="Instructor Progress Test 2 Grams_Updated Files/Gram 34/Lofar 2_b.glc" TargetMode="External"/><Relationship Id="rId53" Type="http://schemas.openxmlformats.org/officeDocument/2006/relationships/hyperlink" Target="Instructor Progress Test 2 Grams_Updated Files/Gram 36/Analysis Sheet.docx" TargetMode="External"/><Relationship Id="rId54" Type="http://schemas.openxmlformats.org/officeDocument/2006/relationships/hyperlink" Target="Instructor Progress Test 2 Grams_Updated Files/Gram 36/Lofar 1.glc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Test 2 Grams_Updated — Page 1 of 2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FR Intrepid-class, Category 3, Dank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  <a:p>
            <a:r>
              <a:rPr sz="800">
                <a:hlinkClick r:id="rId6"/>
              </a:rPr>
              <a:t>Lofar 4</a:t>
            </a:r>
          </a:p>
        </p:txBody>
      </p:sp>
      <p:sp>
        <p:nvSpPr>
          <p:cNvPr id="5" name="Rounded Rectangle 4">
            <a:hlinkClick r:id="rId7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2: FR Venator-class, Category 3, Betazed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  <a:p>
            <a:r>
              <a:rPr sz="800">
                <a:hlinkClick r:id="rId9"/>
              </a:rPr>
              <a:t>Lofar 2</a:t>
            </a:r>
          </a:p>
          <a:p>
            <a:r>
              <a:rPr sz="800">
                <a:hlinkClick r:id="rId10"/>
              </a:rPr>
              <a:t>Lofar 3</a:t>
            </a:r>
          </a:p>
        </p:txBody>
      </p:sp>
      <p:sp>
        <p:nvSpPr>
          <p:cNvPr id="7" name="Rounded Rectangle 6">
            <a:hlinkClick r:id="rId11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3: Lambda Shuttle contact bearing 096, codename Mustafar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2"/>
              </a:rPr>
              <a:t>Lofar 1</a:t>
            </a:r>
          </a:p>
        </p:txBody>
      </p:sp>
      <p:sp>
        <p:nvSpPr>
          <p:cNvPr id="9" name="Rounded Rectangle 8">
            <a:hlinkClick r:id="rId13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4: FR Galaxy-class, Category 3, Dank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4"/>
              </a:rPr>
              <a:t>Lofar 1</a:t>
            </a:r>
          </a:p>
        </p:txBody>
      </p:sp>
      <p:sp>
        <p:nvSpPr>
          <p:cNvPr id="11" name="Rounded Rectangle 10">
            <a:hlinkClick r:id="rId15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5: FR Constitution-class, Category 3, Yavin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6"/>
              </a:rPr>
              <a:t>Lofar 1</a:t>
            </a:r>
          </a:p>
        </p:txBody>
      </p:sp>
      <p:sp>
        <p:nvSpPr>
          <p:cNvPr id="13" name="Rounded Rectangle 12">
            <a:hlinkClick r:id="rId17"/>
          </p:cNvPr>
          <p:cNvSpPr/>
          <p:nvPr/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6: FR Corellian Corvette, Category 2, Tantive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8"/>
              </a:rPr>
              <a:t>Lofar 1</a:t>
            </a:r>
          </a:p>
          <a:p>
            <a:r>
              <a:rPr sz="800">
                <a:hlinkClick r:id="rId19"/>
              </a:rPr>
              <a:t>Lofar 2</a:t>
            </a:r>
          </a:p>
          <a:p>
            <a:r>
              <a:rPr sz="800">
                <a:hlinkClick r:id="rId20"/>
              </a:rPr>
              <a:t>Lofar 3</a:t>
            </a:r>
          </a:p>
          <a:p>
            <a:r>
              <a:rPr sz="800">
                <a:hlinkClick r:id="rId21"/>
              </a:rPr>
              <a:t>Lofar 4</a:t>
            </a:r>
          </a:p>
        </p:txBody>
      </p:sp>
      <p:sp>
        <p:nvSpPr>
          <p:cNvPr id="15" name="Rounded Rectangle 14">
            <a:hlinkClick r:id="rId22"/>
          </p:cNvPr>
          <p:cNvSpPr/>
          <p:nvPr/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7: FR Millennium Falcon, Category 4, Romulus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3"/>
              </a:rPr>
              <a:t>Lofar 1</a:t>
            </a:r>
          </a:p>
          <a:p>
            <a:r>
              <a:rPr sz="800">
                <a:hlinkClick r:id="rId24"/>
              </a:rPr>
              <a:t>Lofar 2</a:t>
            </a:r>
          </a:p>
          <a:p>
            <a:r>
              <a:rPr sz="800">
                <a:hlinkClick r:id="rId25"/>
              </a:rPr>
              <a:t>Lofar 3</a:t>
            </a:r>
          </a:p>
          <a:p>
            <a:r>
              <a:rPr sz="800">
                <a:hlinkClick r:id="rId26"/>
              </a:rPr>
              <a:t>Lofar 4</a:t>
            </a:r>
          </a:p>
        </p:txBody>
      </p:sp>
      <p:sp>
        <p:nvSpPr>
          <p:cNvPr id="17" name="Rounded Rectangle 16">
            <a:hlinkClick r:id="rId27"/>
          </p:cNvPr>
          <p:cNvSpPr/>
          <p:nvPr/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8: Nebulon-B contact bearing 297, codename Cardassia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8"/>
              </a:rPr>
              <a:t>Lofar 1</a:t>
            </a:r>
          </a:p>
          <a:p>
            <a:r>
              <a:rPr sz="800">
                <a:hlinkClick r:id="rId29"/>
              </a:rPr>
              <a:t>Lofar 2</a:t>
            </a:r>
          </a:p>
          <a:p>
            <a:r>
              <a:rPr sz="800">
                <a:hlinkClick r:id="rId30"/>
              </a:rPr>
              <a:t>Lofar 3</a:t>
            </a:r>
          </a:p>
        </p:txBody>
      </p:sp>
      <p:sp>
        <p:nvSpPr>
          <p:cNvPr id="19" name="Rounded Rectangle 18">
            <a:hlinkClick r:id="rId31"/>
          </p:cNvPr>
          <p:cNvSpPr/>
          <p:nvPr/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9: FR A-wing, Category 1, Romulus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2"/>
              </a:rPr>
              <a:t>Lofar 1</a:t>
            </a:r>
          </a:p>
          <a:p>
            <a:r>
              <a:rPr sz="800">
                <a:hlinkClick r:id="rId33"/>
              </a:rPr>
              <a:t>Lofar 2</a:t>
            </a:r>
          </a:p>
          <a:p>
            <a:r>
              <a:rPr sz="800">
                <a:hlinkClick r:id="rId34"/>
              </a:rPr>
              <a:t>Lofar 3</a:t>
            </a:r>
          </a:p>
        </p:txBody>
      </p:sp>
      <p:sp>
        <p:nvSpPr>
          <p:cNvPr id="21" name="Rounded Rectangle 20">
            <a:hlinkClick r:id="rId35"/>
          </p:cNvPr>
          <p:cNvSpPr/>
          <p:nvPr/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10: FR Tantive IV, Category 4, Gandalf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6"/>
              </a:rPr>
              <a:t>Lofar 1</a:t>
            </a:r>
          </a:p>
        </p:txBody>
      </p:sp>
      <p:sp>
        <p:nvSpPr>
          <p:cNvPr id="23" name="Rounded Rectangle 22">
            <a:hlinkClick r:id="rId37"/>
          </p:cNvPr>
          <p:cNvSpPr/>
          <p:nvPr/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11: FR Razor Crest, Category 1, Betazed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8"/>
              </a:rPr>
              <a:t>Lofar 1</a:t>
            </a:r>
          </a:p>
          <a:p>
            <a:r>
              <a:rPr sz="800">
                <a:hlinkClick r:id="rId39"/>
              </a:rPr>
              <a:t>Lofar 2</a:t>
            </a:r>
          </a:p>
          <a:p>
            <a:r>
              <a:rPr sz="800">
                <a:hlinkClick r:id="rId40"/>
              </a:rPr>
              <a:t>Lofar 3</a:t>
            </a:r>
          </a:p>
        </p:txBody>
      </p:sp>
      <p:sp>
        <p:nvSpPr>
          <p:cNvPr id="25" name="Rounded Rectangle 24">
            <a:hlinkClick r:id="rId41"/>
          </p:cNvPr>
          <p:cNvSpPr/>
          <p:nvPr/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12: FR Constitution-class, Category 1, Tatooine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2"/>
              </a:rPr>
              <a:t>Lofar 1</a:t>
            </a:r>
          </a:p>
          <a:p>
            <a:r>
              <a:rPr sz="800">
                <a:hlinkClick r:id="rId43"/>
              </a:rPr>
              <a:t>Lofar 2</a:t>
            </a:r>
          </a:p>
          <a:p>
            <a:r>
              <a:rPr sz="800">
                <a:hlinkClick r:id="rId44"/>
              </a:rPr>
              <a:t>Lofar 3</a:t>
            </a:r>
          </a:p>
        </p:txBody>
      </p:sp>
      <p:sp>
        <p:nvSpPr>
          <p:cNvPr id="27" name="Rounded Rectangle 26">
            <a:hlinkClick r:id="rId45"/>
          </p:cNvPr>
          <p:cNvSpPr/>
          <p:nvPr/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13: FR Reliant, Category 2, Caprica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6"/>
              </a:rPr>
              <a:t>Lofar 1</a:t>
            </a:r>
          </a:p>
        </p:txBody>
      </p:sp>
      <p:sp>
        <p:nvSpPr>
          <p:cNvPr id="29" name="Rounded Rectangle 28">
            <a:hlinkClick r:id="rId47"/>
          </p:cNvPr>
          <p:cNvSpPr/>
          <p:nvPr/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14: FR TIE Fighter, Category 4, Tantive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8"/>
              </a:rPr>
              <a:t>Lofar 1</a:t>
            </a:r>
          </a:p>
          <a:p>
            <a:r>
              <a:rPr sz="800">
                <a:hlinkClick r:id="rId49"/>
              </a:rPr>
              <a:t>Lofar 2</a:t>
            </a:r>
          </a:p>
        </p:txBody>
      </p:sp>
      <p:sp>
        <p:nvSpPr>
          <p:cNvPr id="31" name="Rounded Rectangle 30">
            <a:hlinkClick r:id="rId50"/>
          </p:cNvPr>
          <p:cNvSpPr/>
          <p:nvPr/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15: FR Prometheus, Category 1, Caprica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1"/>
              </a:rPr>
              <a:t>Lofar 1</a:t>
            </a:r>
          </a:p>
          <a:p>
            <a:r>
              <a:rPr sz="800">
                <a:hlinkClick r:id="rId52"/>
              </a:rPr>
              <a:t>Lofar 2</a:t>
            </a:r>
          </a:p>
          <a:p>
            <a:r>
              <a:rPr sz="800">
                <a:hlinkClick r:id="rId53"/>
              </a:rPr>
              <a:t>Lofar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Test 2 Grams_Updated — Page 2 of 2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16: FR Intrepid-class, Category 1, Gandalf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  <a:p>
            <a:r>
              <a:rPr sz="800">
                <a:hlinkClick r:id="rId6"/>
              </a:rPr>
              <a:t>Lofar 4</a:t>
            </a:r>
          </a:p>
        </p:txBody>
      </p:sp>
      <p:sp>
        <p:nvSpPr>
          <p:cNvPr id="5" name="Rounded Rectangle 4">
            <a:hlinkClick r:id="rId7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17: FR Devastator, Category 3, Cardassia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</p:txBody>
      </p:sp>
      <p:sp>
        <p:nvSpPr>
          <p:cNvPr id="7" name="Rounded Rectangle 6">
            <a:hlinkClick r:id="rId9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18: FR Prometheus, Category 3, Dagobah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0"/>
              </a:rPr>
              <a:t>Lofar 1</a:t>
            </a:r>
          </a:p>
          <a:p>
            <a:r>
              <a:rPr sz="800">
                <a:hlinkClick r:id="rId11"/>
              </a:rPr>
              <a:t>Lofar 2</a:t>
            </a:r>
          </a:p>
          <a:p>
            <a:r>
              <a:rPr sz="800">
                <a:hlinkClick r:id="rId12"/>
              </a:rPr>
              <a:t>Lofar 3</a:t>
            </a:r>
          </a:p>
          <a:p>
            <a:r>
              <a:rPr sz="800">
                <a:hlinkClick r:id="rId13"/>
              </a:rPr>
              <a:t>Lofar 4</a:t>
            </a:r>
          </a:p>
        </p:txBody>
      </p:sp>
      <p:sp>
        <p:nvSpPr>
          <p:cNvPr id="9" name="Rounded Rectangle 8">
            <a:hlinkClick r:id="rId14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20: FR Nebulon-B, Category 4, Romulus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5"/>
              </a:rPr>
              <a:t>Lofar 1</a:t>
            </a:r>
          </a:p>
          <a:p>
            <a:r>
              <a:rPr sz="800">
                <a:hlinkClick r:id="rId16"/>
              </a:rPr>
              <a:t>Lofar 2</a:t>
            </a:r>
          </a:p>
        </p:txBody>
      </p:sp>
      <p:sp>
        <p:nvSpPr>
          <p:cNvPr id="11" name="Rounded Rectangle 10">
            <a:hlinkClick r:id="rId17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22: Nebulon-B contact bearing 283, codename Endor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8"/>
              </a:rPr>
              <a:t>Lofar 1</a:t>
            </a:r>
          </a:p>
          <a:p>
            <a:r>
              <a:rPr sz="800">
                <a:hlinkClick r:id="rId19"/>
              </a:rPr>
              <a:t>Lofar 2</a:t>
            </a:r>
          </a:p>
          <a:p>
            <a:r>
              <a:rPr sz="800">
                <a:hlinkClick r:id="rId20"/>
              </a:rPr>
              <a:t>Lofar 3</a:t>
            </a:r>
          </a:p>
        </p:txBody>
      </p:sp>
      <p:sp>
        <p:nvSpPr>
          <p:cNvPr id="13" name="Rounded Rectangle 12">
            <a:hlinkClick r:id="rId21"/>
          </p:cNvPr>
          <p:cNvSpPr/>
          <p:nvPr/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23: FR Equinox, Category 4, Hoth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2"/>
              </a:rPr>
              <a:t>Lofar 1</a:t>
            </a:r>
          </a:p>
        </p:txBody>
      </p:sp>
      <p:sp>
        <p:nvSpPr>
          <p:cNvPr id="15" name="Rounded Rectangle 14">
            <a:hlinkClick r:id="rId23"/>
          </p:cNvPr>
          <p:cNvSpPr/>
          <p:nvPr/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24: FR Equinox, Category 1, Tantive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4"/>
              </a:rPr>
              <a:t>Lofar 1</a:t>
            </a:r>
          </a:p>
          <a:p>
            <a:r>
              <a:rPr sz="800">
                <a:hlinkClick r:id="rId25"/>
              </a:rPr>
              <a:t>Lofar 2</a:t>
            </a:r>
          </a:p>
          <a:p>
            <a:r>
              <a:rPr sz="800">
                <a:hlinkClick r:id="rId26"/>
              </a:rPr>
              <a:t>Lofar 3</a:t>
            </a:r>
          </a:p>
          <a:p>
            <a:r>
              <a:rPr sz="800">
                <a:hlinkClick r:id="rId27"/>
              </a:rPr>
              <a:t>Lofar 4</a:t>
            </a:r>
          </a:p>
        </p:txBody>
      </p:sp>
      <p:sp>
        <p:nvSpPr>
          <p:cNvPr id="17" name="Rounded Rectangle 16">
            <a:hlinkClick r:id="rId28"/>
          </p:cNvPr>
          <p:cNvSpPr/>
          <p:nvPr/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FR Galaxy-class, Category 4, Betazed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9"/>
              </a:rPr>
              <a:t>Lofar 1</a:t>
            </a:r>
          </a:p>
        </p:txBody>
      </p:sp>
      <p:sp>
        <p:nvSpPr>
          <p:cNvPr id="19" name="Rounded Rectangle 18">
            <a:hlinkClick r:id="rId30"/>
          </p:cNvPr>
          <p:cNvSpPr/>
          <p:nvPr/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FR Discovery, Category 4, Tantive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1"/>
              </a:rPr>
              <a:t>Lofar 1</a:t>
            </a:r>
          </a:p>
          <a:p>
            <a:r>
              <a:rPr sz="800">
                <a:hlinkClick r:id="rId32"/>
              </a:rPr>
              <a:t>Lofar 2</a:t>
            </a:r>
          </a:p>
          <a:p>
            <a:r>
              <a:rPr sz="800">
                <a:hlinkClick r:id="rId33"/>
              </a:rPr>
              <a:t>Lofar 3</a:t>
            </a:r>
          </a:p>
          <a:p>
            <a:r>
              <a:rPr sz="800">
                <a:hlinkClick r:id="rId34"/>
              </a:rPr>
              <a:t>Lofar 4</a:t>
            </a:r>
          </a:p>
        </p:txBody>
      </p:sp>
      <p:sp>
        <p:nvSpPr>
          <p:cNvPr id="21" name="Rounded Rectangle 20">
            <a:hlinkClick r:id="rId35"/>
          </p:cNvPr>
          <p:cNvSpPr/>
          <p:nvPr/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28: FR Voyager, Category 4, Romulus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6"/>
              </a:rPr>
              <a:t>Lofar 1</a:t>
            </a:r>
          </a:p>
          <a:p>
            <a:r>
              <a:rPr sz="800">
                <a:hlinkClick r:id="rId37"/>
              </a:rPr>
              <a:t>Lofar 2</a:t>
            </a:r>
          </a:p>
        </p:txBody>
      </p:sp>
      <p:sp>
        <p:nvSpPr>
          <p:cNvPr id="23" name="Rounded Rectangle 22">
            <a:hlinkClick r:id="rId38"/>
          </p:cNvPr>
          <p:cNvSpPr/>
          <p:nvPr/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FR Akira-class, Category 2, Kobol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9"/>
              </a:rPr>
              <a:t>Lofar 1</a:t>
            </a:r>
          </a:p>
          <a:p>
            <a:r>
              <a:rPr sz="800">
                <a:hlinkClick r:id="rId40"/>
              </a:rPr>
              <a:t>Lofar 2</a:t>
            </a:r>
          </a:p>
          <a:p>
            <a:r>
              <a:rPr sz="800">
                <a:hlinkClick r:id="rId41"/>
              </a:rPr>
              <a:t>Lofar 3</a:t>
            </a:r>
          </a:p>
        </p:txBody>
      </p:sp>
      <p:sp>
        <p:nvSpPr>
          <p:cNvPr id="25" name="Rounded Rectangle 24">
            <a:hlinkClick r:id="rId42"/>
          </p:cNvPr>
          <p:cNvSpPr/>
          <p:nvPr/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31: X-wing contact bearing 051, codename Mustafar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3"/>
              </a:rPr>
              <a:t>Lofar 1</a:t>
            </a:r>
          </a:p>
          <a:p>
            <a:r>
              <a:rPr sz="800">
                <a:hlinkClick r:id="rId44"/>
              </a:rPr>
              <a:t>Lofar 2</a:t>
            </a:r>
          </a:p>
        </p:txBody>
      </p:sp>
      <p:sp>
        <p:nvSpPr>
          <p:cNvPr id="27" name="Rounded Rectangle 26">
            <a:hlinkClick r:id="rId45"/>
          </p:cNvPr>
          <p:cNvSpPr/>
          <p:nvPr/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32: FR Sovereign-class, Category 4, Naboo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6"/>
              </a:rPr>
              <a:t>Lofar 1</a:t>
            </a:r>
          </a:p>
          <a:p>
            <a:r>
              <a:rPr sz="800">
                <a:hlinkClick r:id="rId47"/>
              </a:rPr>
              <a:t>Lofar 2</a:t>
            </a:r>
          </a:p>
          <a:p>
            <a:r>
              <a:rPr sz="800">
                <a:hlinkClick r:id="rId48"/>
              </a:rPr>
              <a:t>Lofar 3</a:t>
            </a:r>
          </a:p>
          <a:p>
            <a:r>
              <a:rPr sz="800">
                <a:hlinkClick r:id="rId49"/>
              </a:rPr>
              <a:t>Lofar 4</a:t>
            </a:r>
          </a:p>
        </p:txBody>
      </p:sp>
      <p:sp>
        <p:nvSpPr>
          <p:cNvPr id="29" name="Rounded Rectangle 28">
            <a:hlinkClick r:id="rId50"/>
          </p:cNvPr>
          <p:cNvSpPr/>
          <p:nvPr/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34: FR Equinox, Category 2, Cardassia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1"/>
              </a:rPr>
              <a:t>Lofar 1</a:t>
            </a:r>
          </a:p>
          <a:p>
            <a:r>
              <a:rPr sz="800">
                <a:hlinkClick r:id="rId52"/>
              </a:rPr>
              <a:t>Lofar 2</a:t>
            </a:r>
          </a:p>
        </p:txBody>
      </p:sp>
      <p:sp>
        <p:nvSpPr>
          <p:cNvPr id="31" name="Rounded Rectangle 30">
            <a:hlinkClick r:id="rId53"/>
          </p:cNvPr>
          <p:cNvSpPr/>
          <p:nvPr/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36: FR Cerritos, Category 3, Bajor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4"/>
              </a:rPr>
              <a:t>Lofar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