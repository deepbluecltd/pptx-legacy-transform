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1/Analysis Sheet.docx" TargetMode="External"/><Relationship Id="rId3" Type="http://schemas.openxmlformats.org/officeDocument/2006/relationships/hyperlink" Target="Instructor Progress Test 1 Grams Files/Gram 1/Lofar 1.glc" TargetMode="External"/><Relationship Id="rId4" Type="http://schemas.openxmlformats.org/officeDocument/2006/relationships/hyperlink" Target="Instructor Progress Test 1 Grams Files/Gram 1/Lofar 2 I.glc" TargetMode="External"/><Relationship Id="rId5" Type="http://schemas.openxmlformats.org/officeDocument/2006/relationships/hyperlink" Target="Instructor Progress Test 1 Grams Files/Gram 3/Analysis Sheet.docx" TargetMode="External"/><Relationship Id="rId6" Type="http://schemas.openxmlformats.org/officeDocument/2006/relationships/hyperlink" Target="Instructor Progress Test 1 Grams Files/Gram 3/Lofar 1 ABC.glc" TargetMode="External"/><Relationship Id="rId7" Type="http://schemas.openxmlformats.org/officeDocument/2006/relationships/hyperlink" Target="Instructor Progress Test 1 Grams Files/Gram 4/Analysis.png" TargetMode="External"/><Relationship Id="rId8" Type="http://schemas.openxmlformats.org/officeDocument/2006/relationships/hyperlink" Target="Instructor Progress Test 1 Grams Files/Gram 4/Lofar 1 Loop 2.glc" TargetMode="External"/><Relationship Id="rId9" Type="http://schemas.openxmlformats.org/officeDocument/2006/relationships/hyperlink" Target="Instructor Progress Test 1 Grams Files/Gram 5/Analysis.png" TargetMode="External"/><Relationship Id="rId10" Type="http://schemas.openxmlformats.org/officeDocument/2006/relationships/hyperlink" Target="Instructor Progress Test 1 Grams Files/Gram 5/Lofar 1 Loop 1.glc" TargetMode="External"/><Relationship Id="rId11" Type="http://schemas.openxmlformats.org/officeDocument/2006/relationships/hyperlink" Target="Instructor Progress Test 1 Grams Files/Gram 6/Analysis.png" TargetMode="External"/><Relationship Id="rId12" Type="http://schemas.openxmlformats.org/officeDocument/2006/relationships/hyperlink" Target="Instructor Progress Test 1 Grams Files/Gram 6/Lofar 1 I.glc" TargetMode="External"/><Relationship Id="rId13" Type="http://schemas.openxmlformats.org/officeDocument/2006/relationships/hyperlink" Target="Instructor Progress Test 1 Grams Files/Gram 7/Analysis Sheet.docx" TargetMode="External"/><Relationship Id="rId14" Type="http://schemas.openxmlformats.org/officeDocument/2006/relationships/hyperlink" Target="Instructor Progress Test 1 Grams Files/Gram 7/Lofar 1 I.glc" TargetMode="External"/><Relationship Id="rId15" Type="http://schemas.openxmlformats.org/officeDocument/2006/relationships/hyperlink" Target="Instructor Progress Test 1 Grams Files/Gram 7/Lofar 2.glc" TargetMode="External"/><Relationship Id="rId16" Type="http://schemas.openxmlformats.org/officeDocument/2006/relationships/hyperlink" Target="Instructor Progress Test 1 Grams Files/Gram 8/Analysis Sheet.docx" TargetMode="External"/><Relationship Id="rId17" Type="http://schemas.openxmlformats.org/officeDocument/2006/relationships/hyperlink" Target="Instructor Progress Test 1 Grams Files/Gram 8/Lofar 1 Loop 1.glc" TargetMode="External"/><Relationship Id="rId18" Type="http://schemas.openxmlformats.org/officeDocument/2006/relationships/hyperlink" Target="Instructor Progress Test 1 Grams Files/Gram 9/Analysis Sheet.docx" TargetMode="External"/><Relationship Id="rId19" Type="http://schemas.openxmlformats.org/officeDocument/2006/relationships/hyperlink" Target="Instructor Progress Test 1 Grams Files/Gram 9/Lofar 1 I.glc" TargetMode="External"/><Relationship Id="rId20" Type="http://schemas.openxmlformats.org/officeDocument/2006/relationships/hyperlink" Target="Instructor Progress Test 1 Grams Files/Gram 10/Analysis.png" TargetMode="External"/><Relationship Id="rId21" Type="http://schemas.openxmlformats.org/officeDocument/2006/relationships/hyperlink" Target="Instructor Progress Test 1 Grams Files/Gram 10/Lofar 1 Loop 1.glc" TargetMode="External"/><Relationship Id="rId22" Type="http://schemas.openxmlformats.org/officeDocument/2006/relationships/hyperlink" Target="Instructor Progress Test 1 Grams Files/Gram 10/Lofar 2_a.glc" TargetMode="External"/><Relationship Id="rId23" Type="http://schemas.openxmlformats.org/officeDocument/2006/relationships/hyperlink" Target="Instructor Progress Test 1 Grams Files/Gram 10/Lofar 3 ABC.glc" TargetMode="External"/><Relationship Id="rId24" Type="http://schemas.openxmlformats.org/officeDocument/2006/relationships/hyperlink" Target="Instructor Progress Test 1 Grams Files/Gram 10/Lofar 4 Loop 1.glc" TargetMode="External"/><Relationship Id="rId25" Type="http://schemas.openxmlformats.org/officeDocument/2006/relationships/hyperlink" Target="Instructor Progress Test 1 Grams Files/Gram 11/Analysis Sheet.docx" TargetMode="External"/><Relationship Id="rId26" Type="http://schemas.openxmlformats.org/officeDocument/2006/relationships/hyperlink" Target="Instructor Progress Test 1 Grams Files/Gram 11/Lofar 1 I.glc" TargetMode="External"/><Relationship Id="rId27" Type="http://schemas.openxmlformats.org/officeDocument/2006/relationships/hyperlink" Target="Instructor Progress Test 1 Grams Files/Gram 11/Lofar 2 Loop 1.glc" TargetMode="External"/><Relationship Id="rId28" Type="http://schemas.openxmlformats.org/officeDocument/2006/relationships/hyperlink" Target="Instructor Progress Test 1 Grams Files/Gram 14/Analysis Sheet.docx" TargetMode="External"/><Relationship Id="rId29" Type="http://schemas.openxmlformats.org/officeDocument/2006/relationships/hyperlink" Target="Instructor Progress Test 1 Grams Files/Gram 14/Lofar 1 Loop 1.glc" TargetMode="External"/><Relationship Id="rId30" Type="http://schemas.openxmlformats.org/officeDocument/2006/relationships/hyperlink" Target="Instructor Progress Test 1 Grams Files/Gram 16/Analysis Sheet.docx" TargetMode="External"/><Relationship Id="rId31" Type="http://schemas.openxmlformats.org/officeDocument/2006/relationships/hyperlink" Target="Instructor Progress Test 1 Grams Files/Gram 16/Lofar 1 I.glc" TargetMode="External"/><Relationship Id="rId32" Type="http://schemas.openxmlformats.org/officeDocument/2006/relationships/hyperlink" Target="Instructor Progress Test 1 Grams Files/Gram 16/Lofar 2_b.glc" TargetMode="External"/><Relationship Id="rId33" Type="http://schemas.openxmlformats.org/officeDocument/2006/relationships/hyperlink" Target="Instructor Progress Test 1 Grams Files/Gram 16/Lofar 3 Loop 1.glc" TargetMode="External"/><Relationship Id="rId34" Type="http://schemas.openxmlformats.org/officeDocument/2006/relationships/hyperlink" Target="Instructor Progress Test 1 Grams Files/Gram 16/Lofar 4.glc" TargetMode="External"/><Relationship Id="rId35" Type="http://schemas.openxmlformats.org/officeDocument/2006/relationships/hyperlink" Target="Instructor Progress Test 1 Grams Files/Gram 17/Analysis Sheet.docx" TargetMode="External"/><Relationship Id="rId36" Type="http://schemas.openxmlformats.org/officeDocument/2006/relationships/hyperlink" Target="Instructor Progress Test 1 Grams Files/Gram 17/Lofar 1_b.glc" TargetMode="External"/><Relationship Id="rId37" Type="http://schemas.openxmlformats.org/officeDocument/2006/relationships/hyperlink" Target="Instructor Progress Test 1 Grams Files/Gram 17/Lofar 2 Loop 2.glc" TargetMode="External"/><Relationship Id="rId38" Type="http://schemas.openxmlformats.org/officeDocument/2006/relationships/hyperlink" Target="Instructor Progress Test 1 Grams Files/Gram 18/Analysis.png" TargetMode="External"/><Relationship Id="rId39" Type="http://schemas.openxmlformats.org/officeDocument/2006/relationships/hyperlink" Target="Instructor Progress Test 1 Grams Files/Gram 18/Lofar 1.glc" TargetMode="External"/><Relationship Id="rId40" Type="http://schemas.openxmlformats.org/officeDocument/2006/relationships/hyperlink" Target="Instructor Progress Test 1 Grams Files/Gram 18/Lofar 2.glc" TargetMode="External"/><Relationship Id="rId41" Type="http://schemas.openxmlformats.org/officeDocument/2006/relationships/hyperlink" Target="Instructor Progress Test 1 Grams Files/Gram 18/Lofar 3.glc" TargetMode="External"/><Relationship Id="rId42" Type="http://schemas.openxmlformats.org/officeDocument/2006/relationships/hyperlink" Target="Instructor Progress Test 1 Grams Files/Gram 18/Lofar 4 I.glc" TargetMode="External"/><Relationship Id="rId43" Type="http://schemas.openxmlformats.org/officeDocument/2006/relationships/hyperlink" Target="Instructor Progress Test 1 Grams Files/Gram 19/Analysis Sheet.docx" TargetMode="External"/><Relationship Id="rId44" Type="http://schemas.openxmlformats.org/officeDocument/2006/relationships/hyperlink" Target="Instructor Progress Test 1 Grams Files/Gram 19/Lofar 1_a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1 Grams Files/Gram 20/Analysis Sheet.docx" TargetMode="External"/><Relationship Id="rId3" Type="http://schemas.openxmlformats.org/officeDocument/2006/relationships/hyperlink" Target="Instructor Progress Test 1 Grams Files/Gram 20/Lofar 1.glc" TargetMode="External"/><Relationship Id="rId4" Type="http://schemas.openxmlformats.org/officeDocument/2006/relationships/hyperlink" Target="Instructor Progress Test 1 Grams Files/Gram 21/Analysis.png" TargetMode="External"/><Relationship Id="rId5" Type="http://schemas.openxmlformats.org/officeDocument/2006/relationships/hyperlink" Target="Instructor Progress Test 1 Grams Files/Gram 21/Lofar 1.glc" TargetMode="External"/><Relationship Id="rId6" Type="http://schemas.openxmlformats.org/officeDocument/2006/relationships/hyperlink" Target="Instructor Progress Test 1 Grams Files/Gram 22/Analysis Sheet.docx" TargetMode="External"/><Relationship Id="rId7" Type="http://schemas.openxmlformats.org/officeDocument/2006/relationships/hyperlink" Target="Instructor Progress Test 1 Grams Files/Gram 22/Lofar 1_b.glc" TargetMode="External"/><Relationship Id="rId8" Type="http://schemas.openxmlformats.org/officeDocument/2006/relationships/hyperlink" Target="Instructor Progress Test 1 Grams Files/Gram 23/Analysis Sheet.docx" TargetMode="External"/><Relationship Id="rId9" Type="http://schemas.openxmlformats.org/officeDocument/2006/relationships/hyperlink" Target="Instructor Progress Test 1 Grams Files/Gram 23/Lofar 1 Loop 2.glc" TargetMode="External"/><Relationship Id="rId10" Type="http://schemas.openxmlformats.org/officeDocument/2006/relationships/hyperlink" Target="Instructor Progress Test 1 Grams Files/Gram 24/Analysis.png" TargetMode="External"/><Relationship Id="rId11" Type="http://schemas.openxmlformats.org/officeDocument/2006/relationships/hyperlink" Target="Instructor Progress Test 1 Grams Files/Gram 24/Lofar 1 Loop 2.glc" TargetMode="External"/><Relationship Id="rId12" Type="http://schemas.openxmlformats.org/officeDocument/2006/relationships/hyperlink" Target="Instructor Progress Test 1 Grams Files/Gram 24/Lofar 2 Loop 1.glc" TargetMode="External"/><Relationship Id="rId13" Type="http://schemas.openxmlformats.org/officeDocument/2006/relationships/hyperlink" Target="Instructor Progress Test 1 Grams Files/Gram 24/Lofar 3.glc" TargetMode="External"/><Relationship Id="rId14" Type="http://schemas.openxmlformats.org/officeDocument/2006/relationships/hyperlink" Target="Instructor Progress Test 1 Grams Files/Gram 25/Analysis Sheet.docx" TargetMode="External"/><Relationship Id="rId15" Type="http://schemas.openxmlformats.org/officeDocument/2006/relationships/hyperlink" Target="Instructor Progress Test 1 Grams Files/Gram 25/Lofar 1 I.glc" TargetMode="External"/><Relationship Id="rId16" Type="http://schemas.openxmlformats.org/officeDocument/2006/relationships/hyperlink" Target="Instructor Progress Test 1 Grams Files/Gram 25/Lofar 2 I.glc" TargetMode="External"/><Relationship Id="rId17" Type="http://schemas.openxmlformats.org/officeDocument/2006/relationships/hyperlink" Target="Instructor Progress Test 1 Grams Files/Gram 26/Analysis Sheet.docx" TargetMode="External"/><Relationship Id="rId18" Type="http://schemas.openxmlformats.org/officeDocument/2006/relationships/hyperlink" Target="Instructor Progress Test 1 Grams Files/Gram 26/Lofar 1 Loop 1.glc" TargetMode="External"/><Relationship Id="rId19" Type="http://schemas.openxmlformats.org/officeDocument/2006/relationships/hyperlink" Target="Instructor Progress Test 1 Grams Files/Gram 26/Lofar 2 Loop 2.glc" TargetMode="External"/><Relationship Id="rId20" Type="http://schemas.openxmlformats.org/officeDocument/2006/relationships/hyperlink" Target="Instructor Progress Test 1 Grams Files/Gram 26/Lofar 3.glc" TargetMode="External"/><Relationship Id="rId21" Type="http://schemas.openxmlformats.org/officeDocument/2006/relationships/hyperlink" Target="Instructor Progress Test 1 Grams Files/Gram 26/Lofar 4 Loop 1.glc" TargetMode="External"/><Relationship Id="rId22" Type="http://schemas.openxmlformats.org/officeDocument/2006/relationships/hyperlink" Target="Instructor Progress Test 1 Grams Files/Gram 27/Analysis.png" TargetMode="External"/><Relationship Id="rId23" Type="http://schemas.openxmlformats.org/officeDocument/2006/relationships/hyperlink" Target="Instructor Progress Test 1 Grams Files/Gram 27/Lofar 1_b.glc" TargetMode="External"/><Relationship Id="rId24" Type="http://schemas.openxmlformats.org/officeDocument/2006/relationships/hyperlink" Target="Instructor Progress Test 1 Grams Files/Gram 27/Lofar 2_b.glc" TargetMode="External"/><Relationship Id="rId25" Type="http://schemas.openxmlformats.org/officeDocument/2006/relationships/hyperlink" Target="Instructor Progress Test 1 Grams Files/Gram 27/Lofar 3 Loop 2.glc" TargetMode="External"/><Relationship Id="rId26" Type="http://schemas.openxmlformats.org/officeDocument/2006/relationships/hyperlink" Target="Instructor Progress Test 1 Grams Files/Gram 28/Analysis Sheet.docx" TargetMode="External"/><Relationship Id="rId27" Type="http://schemas.openxmlformats.org/officeDocument/2006/relationships/hyperlink" Target="Instructor Progress Test 1 Grams Files/Gram 28/Lofar 1 ABC.glc" TargetMode="External"/><Relationship Id="rId28" Type="http://schemas.openxmlformats.org/officeDocument/2006/relationships/hyperlink" Target="Instructor Progress Test 1 Grams Files/Gram 28/Lofar 2 ABC.glc" TargetMode="External"/><Relationship Id="rId29" Type="http://schemas.openxmlformats.org/officeDocument/2006/relationships/hyperlink" Target="Instructor Progress Test 1 Grams Files/Gram 28/Lofar 3.glc" TargetMode="External"/><Relationship Id="rId30" Type="http://schemas.openxmlformats.org/officeDocument/2006/relationships/hyperlink" Target="Instructor Progress Test 1 Grams Files/Gram 28/Lofar 4_a.glc" TargetMode="External"/><Relationship Id="rId31" Type="http://schemas.openxmlformats.org/officeDocument/2006/relationships/hyperlink" Target="Instructor Progress Test 1 Grams Files/Gram 29/Analysis Sheet.docx" TargetMode="External"/><Relationship Id="rId32" Type="http://schemas.openxmlformats.org/officeDocument/2006/relationships/hyperlink" Target="Instructor Progress Test 1 Grams Files/Gram 29/Lofar 1_a.glc" TargetMode="External"/><Relationship Id="rId33" Type="http://schemas.openxmlformats.org/officeDocument/2006/relationships/hyperlink" Target="Instructor Progress Test 1 Grams Files/Gram 29/Lofar 2_a.glc" TargetMode="External"/><Relationship Id="rId34" Type="http://schemas.openxmlformats.org/officeDocument/2006/relationships/hyperlink" Target="Instructor Progress Test 1 Grams Files/Gram 29/Lofar 3 Loop 1.glc" TargetMode="External"/><Relationship Id="rId35" Type="http://schemas.openxmlformats.org/officeDocument/2006/relationships/hyperlink" Target="Instructor Progress Test 1 Grams Files/Gram 30/Analysis Sheet.docx" TargetMode="External"/><Relationship Id="rId36" Type="http://schemas.openxmlformats.org/officeDocument/2006/relationships/hyperlink" Target="Instructor Progress Test 1 Grams Files/Gram 30/Lofar 1 I.glc" TargetMode="External"/><Relationship Id="rId37" Type="http://schemas.openxmlformats.org/officeDocument/2006/relationships/hyperlink" Target="Instructor Progress Test 1 Grams Files/Gram 30/Lofar 2_b.glc" TargetMode="External"/><Relationship Id="rId38" Type="http://schemas.openxmlformats.org/officeDocument/2006/relationships/hyperlink" Target="Instructor Progress Test 1 Grams Files/Gram 30/Lofar 3 Loop 1.glc" TargetMode="External"/><Relationship Id="rId39" Type="http://schemas.openxmlformats.org/officeDocument/2006/relationships/hyperlink" Target="Instructor Progress Test 1 Grams Files/Gram 30/Lofar 4 I.glc" TargetMode="External"/><Relationship Id="rId40" Type="http://schemas.openxmlformats.org/officeDocument/2006/relationships/hyperlink" Target="Instructor Progress Test 1 Grams Files/Gram 31/Analysis.png" TargetMode="External"/><Relationship Id="rId41" Type="http://schemas.openxmlformats.org/officeDocument/2006/relationships/hyperlink" Target="Instructor Progress Test 1 Grams Files/Gram 31/Lofar 1 I.glc" TargetMode="External"/><Relationship Id="rId42" Type="http://schemas.openxmlformats.org/officeDocument/2006/relationships/hyperlink" Target="Instructor Progress Test 1 Grams Files/Gram 31/Lofar 2_a.glc" TargetMode="External"/><Relationship Id="rId43" Type="http://schemas.openxmlformats.org/officeDocument/2006/relationships/hyperlink" Target="Instructor Progress Test 1 Grams Files/Gram 32/Analysis.png" TargetMode="External"/><Relationship Id="rId44" Type="http://schemas.openxmlformats.org/officeDocument/2006/relationships/hyperlink" Target="Instructor Progress Test 1 Grams Files/Gram 32/Lofar 1 Loop 1.glc" TargetMode="External"/><Relationship Id="rId45" Type="http://schemas.openxmlformats.org/officeDocument/2006/relationships/hyperlink" Target="Instructor Progress Test 1 Grams Files/Gram 32/Lofar 2.glc" TargetMode="External"/><Relationship Id="rId46" Type="http://schemas.openxmlformats.org/officeDocument/2006/relationships/hyperlink" Target="Instructor Progress Test 1 Grams Files/Gram 33/Analysis.png" TargetMode="External"/><Relationship Id="rId47" Type="http://schemas.openxmlformats.org/officeDocument/2006/relationships/hyperlink" Target="Instructor Progress Test 1 Grams Files/Gram 33/Lofar 1_b.glc" TargetMode="External"/><Relationship Id="rId48" Type="http://schemas.openxmlformats.org/officeDocument/2006/relationships/hyperlink" Target="Instructor Progress Test 1 Grams Files/Gram 33/Lofar 2.glc" TargetMode="External"/><Relationship Id="rId49" Type="http://schemas.openxmlformats.org/officeDocument/2006/relationships/hyperlink" Target="Instructor Progress Test 1 Grams Files/Gram 33/Lofar 3_b.glc" TargetMode="External"/><Relationship Id="rId50" Type="http://schemas.openxmlformats.org/officeDocument/2006/relationships/hyperlink" Target="Instructor Progress Test 1 Grams Files/Gram 36/Analysis Sheet.docx" TargetMode="External"/><Relationship Id="rId51" Type="http://schemas.openxmlformats.org/officeDocument/2006/relationships/hyperlink" Target="Instructor Progress Test 1 Grams Files/Gram 36/Lofar 1.glc" TargetMode="External"/><Relationship Id="rId52" Type="http://schemas.openxmlformats.org/officeDocument/2006/relationships/hyperlink" Target="Instructor Progress Test 1 Grams Files/Gram 36/Lofar 2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Prometheus, Category 1,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Ghost, Category 1, Tantive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Enterprise contact bearing 291, codename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9" name="Rounded Rectangle 8">
            <a:hlinkClick r:id="rId9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Enterprise, Category 4, Bespin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</p:txBody>
      </p:sp>
      <p:sp>
        <p:nvSpPr>
          <p:cNvPr id="11" name="Rounded Rectangle 10">
            <a:hlinkClick r:id="rId11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Akira-class,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13" name="Rounded Rectangle 12">
            <a:hlinkClick r:id="rId1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Rebel One, Category 1, Naboo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5" name="Rounded Rectangle 14">
            <a:hlinkClick r:id="rId16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TIE Bomber, Category 4, Kronos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7" name="Rounded Rectangle 16">
            <a:hlinkClick r:id="rId18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Tatooine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9" name="Rounded Rectangle 18">
            <a:hlinkClick r:id="rId2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Stargazer, Category 3,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21" name="Rounded Rectangle 20">
            <a:hlinkClick r:id="rId2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Imperial-class, Category 2, Caprica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23" name="Rounded Rectangle 22">
            <a:hlinkClick r:id="rId2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Tantive IV, Category 4, Trill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5" name="Rounded Rectangle 24">
            <a:hlinkClick r:id="rId3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Corellian Corvette contact bearing 224, codename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7" name="Rounded Rectangle 26">
            <a:hlinkClick r:id="rId3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Outrider, Category 3, Cardassia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9" name="Rounded Rectangle 28">
            <a:hlinkClick r:id="rId38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Razor Crest, Category 2,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31" name="Rounded Rectangle 30">
            <a:hlinkClick r:id="rId43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Ghost, Category 1,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1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Outrider contact bearing 131, codename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Venator-class, Category 4, Coruscant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9" name="Rounded Rectangle 8">
            <a:hlinkClick r:id="rId8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097, codename Tantive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11" name="Rounded Rectangle 10">
            <a:hlinkClick r:id="rId10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X-wing, Category 4, Naboo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3" name="Rounded Rectangle 12">
            <a:hlinkClick r:id="rId14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Defiant,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5" name="Rounded Rectangle 14">
            <a:hlinkClick r:id="rId17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Defiant, Category 2, Naboo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7" name="Rounded Rectangle 16">
            <a:hlinkClick r:id="rId22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Y-wing contact bearing 197, codename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</p:txBody>
      </p:sp>
      <p:sp>
        <p:nvSpPr>
          <p:cNvPr id="19" name="Rounded Rectangle 18">
            <a:hlinkClick r:id="rId26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1,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  <a:p>
            <a:r>
              <a:rPr sz="800">
                <a:hlinkClick r:id="rId29"/>
              </a:rPr>
              <a:t>Lofar 3</a:t>
            </a:r>
          </a:p>
          <a:p>
            <a:r>
              <a:rPr sz="800">
                <a:hlinkClick r:id="rId30"/>
              </a:rPr>
              <a:t>Lofar 4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Akira-class, Category 2,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Defiant-class contact bearing 058, codename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5" name="Rounded Rectangle 24">
            <a:hlinkClick r:id="rId4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Imperial-class contact bearing 170, codename Tantive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A-wing,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Rebel One, Category 3,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103, codename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