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3 Grams No FR Files/Gram 1/Analysis.png" TargetMode="External"/><Relationship Id="rId3" Type="http://schemas.openxmlformats.org/officeDocument/2006/relationships/hyperlink" Target="Instructor Progress Test 3 Grams No FR Files/Gram 1/Lofar 1_a.glc" TargetMode="External"/><Relationship Id="rId4" Type="http://schemas.openxmlformats.org/officeDocument/2006/relationships/hyperlink" Target="Instructor Progress Test 3 Grams No FR Files/Gram 1/Lofar 2.glc" TargetMode="External"/><Relationship Id="rId5" Type="http://schemas.openxmlformats.org/officeDocument/2006/relationships/hyperlink" Target="Instructor Progress Test 3 Grams No FR Files/Gram 2/Analysis.png" TargetMode="External"/><Relationship Id="rId6" Type="http://schemas.openxmlformats.org/officeDocument/2006/relationships/hyperlink" Target="Instructor Progress Test 3 Grams No FR Files/Gram 2/Lofar 1 I.glc" TargetMode="External"/><Relationship Id="rId7" Type="http://schemas.openxmlformats.org/officeDocument/2006/relationships/hyperlink" Target="Instructor Progress Test 3 Grams No FR Files/Gram 2/Lofar 2_a.glc" TargetMode="External"/><Relationship Id="rId8" Type="http://schemas.openxmlformats.org/officeDocument/2006/relationships/hyperlink" Target="Instructor Progress Test 3 Grams No FR Files/Gram 2/Lofar 3 ABC.glc" TargetMode="External"/><Relationship Id="rId9" Type="http://schemas.openxmlformats.org/officeDocument/2006/relationships/hyperlink" Target="Instructor Progress Test 3 Grams No FR Files/Gram 2/Lofar 4_b.glc" TargetMode="External"/><Relationship Id="rId10" Type="http://schemas.openxmlformats.org/officeDocument/2006/relationships/hyperlink" Target="Instructor Progress Test 3 Grams No FR Files/Gram 3/Analysis Sheet.docx" TargetMode="External"/><Relationship Id="rId11" Type="http://schemas.openxmlformats.org/officeDocument/2006/relationships/hyperlink" Target="Instructor Progress Test 3 Grams No FR Files/Gram 3/Lofar 1_a.glc" TargetMode="External"/><Relationship Id="rId12" Type="http://schemas.openxmlformats.org/officeDocument/2006/relationships/hyperlink" Target="Instructor Progress Test 3 Grams No FR Files/Gram 3/Lofar 2.glc" TargetMode="External"/><Relationship Id="rId13" Type="http://schemas.openxmlformats.org/officeDocument/2006/relationships/hyperlink" Target="Instructor Progress Test 3 Grams No FR Files/Gram 3/Lofar 3_b.glc" TargetMode="External"/><Relationship Id="rId14" Type="http://schemas.openxmlformats.org/officeDocument/2006/relationships/hyperlink" Target="Instructor Progress Test 3 Grams No FR Files/Gram 3/Lofar 4 Loop 1.glc" TargetMode="External"/><Relationship Id="rId15" Type="http://schemas.openxmlformats.org/officeDocument/2006/relationships/hyperlink" Target="Instructor Progress Test 3 Grams No FR Files/Gram 4/Analysis Sheet.docx" TargetMode="External"/><Relationship Id="rId16" Type="http://schemas.openxmlformats.org/officeDocument/2006/relationships/hyperlink" Target="Instructor Progress Test 3 Grams No FR Files/Gram 4/Lofar 1 Loop 1.glc" TargetMode="External"/><Relationship Id="rId17" Type="http://schemas.openxmlformats.org/officeDocument/2006/relationships/hyperlink" Target="Instructor Progress Test 3 Grams No FR Files/Gram 4/Lofar 2 Loop 2.glc" TargetMode="External"/><Relationship Id="rId18" Type="http://schemas.openxmlformats.org/officeDocument/2006/relationships/hyperlink" Target="Instructor Progress Test 3 Grams No FR Files/Gram 4/Lofar 3 I.glc" TargetMode="External"/><Relationship Id="rId19" Type="http://schemas.openxmlformats.org/officeDocument/2006/relationships/hyperlink" Target="Instructor Progress Test 3 Grams No FR Files/Gram 4/Lofar 4.glc" TargetMode="External"/><Relationship Id="rId20" Type="http://schemas.openxmlformats.org/officeDocument/2006/relationships/hyperlink" Target="Instructor Progress Test 3 Grams No FR Files/Gram 5/Analysis Sheet.docx" TargetMode="External"/><Relationship Id="rId21" Type="http://schemas.openxmlformats.org/officeDocument/2006/relationships/hyperlink" Target="Instructor Progress Test 3 Grams No FR Files/Gram 5/Lofar 1 Loop 2.glc" TargetMode="External"/><Relationship Id="rId22" Type="http://schemas.openxmlformats.org/officeDocument/2006/relationships/hyperlink" Target="Instructor Progress Test 3 Grams No FR Files/Gram 6/Analysis Sheet.docx" TargetMode="External"/><Relationship Id="rId23" Type="http://schemas.openxmlformats.org/officeDocument/2006/relationships/hyperlink" Target="Instructor Progress Test 3 Grams No FR Files/Gram 6/Lofar 1.glc" TargetMode="External"/><Relationship Id="rId24" Type="http://schemas.openxmlformats.org/officeDocument/2006/relationships/hyperlink" Target="Instructor Progress Test 3 Grams No FR Files/Gram 7/Analysis Sheet.docx" TargetMode="External"/><Relationship Id="rId25" Type="http://schemas.openxmlformats.org/officeDocument/2006/relationships/hyperlink" Target="Instructor Progress Test 3 Grams No FR Files/Gram 7/Lofar 1 Loop 2.glc" TargetMode="External"/><Relationship Id="rId26" Type="http://schemas.openxmlformats.org/officeDocument/2006/relationships/hyperlink" Target="Instructor Progress Test 3 Grams No FR Files/Gram 7/Lofar 2 Loop 1.glc" TargetMode="External"/><Relationship Id="rId27" Type="http://schemas.openxmlformats.org/officeDocument/2006/relationships/hyperlink" Target="Instructor Progress Test 3 Grams No FR Files/Gram 7/Lofar 3 Loop 2.glc" TargetMode="External"/><Relationship Id="rId28" Type="http://schemas.openxmlformats.org/officeDocument/2006/relationships/hyperlink" Target="Instructor Progress Test 3 Grams No FR Files/Gram 7/Lofar 4_a.glc" TargetMode="External"/><Relationship Id="rId29" Type="http://schemas.openxmlformats.org/officeDocument/2006/relationships/hyperlink" Target="Instructor Progress Test 3 Grams No FR Files/Gram 8/Analysis.png" TargetMode="External"/><Relationship Id="rId30" Type="http://schemas.openxmlformats.org/officeDocument/2006/relationships/hyperlink" Target="Instructor Progress Test 3 Grams No FR Files/Gram 8/Lofar 1_a.glc" TargetMode="External"/><Relationship Id="rId31" Type="http://schemas.openxmlformats.org/officeDocument/2006/relationships/hyperlink" Target="Instructor Progress Test 3 Grams No FR Files/Gram 8/Lofar 2.glc" TargetMode="External"/><Relationship Id="rId32" Type="http://schemas.openxmlformats.org/officeDocument/2006/relationships/hyperlink" Target="Instructor Progress Test 3 Grams No FR Files/Gram 8/Lofar 3.glc" TargetMode="External"/><Relationship Id="rId33" Type="http://schemas.openxmlformats.org/officeDocument/2006/relationships/hyperlink" Target="Instructor Progress Test 3 Grams No FR Files/Gram 10/Analysis Sheet.docx" TargetMode="External"/><Relationship Id="rId34" Type="http://schemas.openxmlformats.org/officeDocument/2006/relationships/hyperlink" Target="Instructor Progress Test 3 Grams No FR Files/Gram 10/Lofar 1 Loop 2.glc" TargetMode="External"/><Relationship Id="rId35" Type="http://schemas.openxmlformats.org/officeDocument/2006/relationships/hyperlink" Target="Instructor Progress Test 3 Grams No FR Files/Gram 10/Lofar 2 ABC.glc" TargetMode="External"/><Relationship Id="rId36" Type="http://schemas.openxmlformats.org/officeDocument/2006/relationships/hyperlink" Target="Instructor Progress Test 3 Grams No FR Files/Gram 10/Lofar 3 ABC.glc" TargetMode="External"/><Relationship Id="rId37" Type="http://schemas.openxmlformats.org/officeDocument/2006/relationships/hyperlink" Target="Instructor Progress Test 3 Grams No FR Files/Gram 11/Analysis Sheet.docx" TargetMode="External"/><Relationship Id="rId38" Type="http://schemas.openxmlformats.org/officeDocument/2006/relationships/hyperlink" Target="Instructor Progress Test 3 Grams No FR Files/Gram 11/Lofar 1.glc" TargetMode="External"/><Relationship Id="rId39" Type="http://schemas.openxmlformats.org/officeDocument/2006/relationships/hyperlink" Target="Instructor Progress Test 3 Grams No FR Files/Gram 11/Lofar 2 ABC.glc" TargetMode="External"/><Relationship Id="rId40" Type="http://schemas.openxmlformats.org/officeDocument/2006/relationships/hyperlink" Target="Instructor Progress Test 3 Grams No FR Files/Gram 12/Analysis.png" TargetMode="External"/><Relationship Id="rId41" Type="http://schemas.openxmlformats.org/officeDocument/2006/relationships/hyperlink" Target="Instructor Progress Test 3 Grams No FR Files/Gram 12/Lofar 1_b.glc" TargetMode="External"/><Relationship Id="rId42" Type="http://schemas.openxmlformats.org/officeDocument/2006/relationships/hyperlink" Target="Instructor Progress Test 3 Grams No FR Files/Gram 12/Lofar 2 I.glc" TargetMode="External"/><Relationship Id="rId43" Type="http://schemas.openxmlformats.org/officeDocument/2006/relationships/hyperlink" Target="Instructor Progress Test 3 Grams No FR Files/Gram 12/Lofar 3 Loop 2.glc" TargetMode="External"/><Relationship Id="rId44" Type="http://schemas.openxmlformats.org/officeDocument/2006/relationships/hyperlink" Target="Instructor Progress Test 3 Grams No FR Files/Gram 13/Analysis.png" TargetMode="External"/><Relationship Id="rId45" Type="http://schemas.openxmlformats.org/officeDocument/2006/relationships/hyperlink" Target="Instructor Progress Test 3 Grams No FR Files/Gram 13/Lofar 1.glc" TargetMode="External"/><Relationship Id="rId46" Type="http://schemas.openxmlformats.org/officeDocument/2006/relationships/hyperlink" Target="Instructor Progress Test 3 Grams No FR Files/Gram 14/Analysis Sheet.docx" TargetMode="External"/><Relationship Id="rId47" Type="http://schemas.openxmlformats.org/officeDocument/2006/relationships/hyperlink" Target="Instructor Progress Test 3 Grams No FR Files/Gram 14/Lofar 1.glc" TargetMode="External"/><Relationship Id="rId48" Type="http://schemas.openxmlformats.org/officeDocument/2006/relationships/hyperlink" Target="Instructor Progress Test 3 Grams No FR Files/Gram 14/Lofar 2 Loop 2.glc" TargetMode="External"/><Relationship Id="rId49" Type="http://schemas.openxmlformats.org/officeDocument/2006/relationships/hyperlink" Target="Instructor Progress Test 3 Grams No FR Files/Gram 16/Analysis.png" TargetMode="External"/><Relationship Id="rId50" Type="http://schemas.openxmlformats.org/officeDocument/2006/relationships/hyperlink" Target="Instructor Progress Test 3 Grams No FR Files/Gram 16/Lofar 1 ABC.glc" TargetMode="External"/><Relationship Id="rId51" Type="http://schemas.openxmlformats.org/officeDocument/2006/relationships/hyperlink" Target="Instructor Progress Test 3 Grams No FR Files/Gram 16/Lofar 2 ABC.glc" TargetMode="External"/><Relationship Id="rId52" Type="http://schemas.openxmlformats.org/officeDocument/2006/relationships/hyperlink" Target="Instructor Progress Test 3 Grams No FR Files/Gram 16/Lofar 3_a.glc" TargetMode="External"/><Relationship Id="rId53" Type="http://schemas.openxmlformats.org/officeDocument/2006/relationships/hyperlink" Target="Instructor Progress Test 3 Grams No FR Files/Gram 18/Analysis Sheet.docx" TargetMode="External"/><Relationship Id="rId54" Type="http://schemas.openxmlformats.org/officeDocument/2006/relationships/hyperlink" Target="Instructor Progress Test 3 Grams No FR Files/Gram 18/Lofar 1 ABC.glc" TargetMode="External"/><Relationship Id="rId55" Type="http://schemas.openxmlformats.org/officeDocument/2006/relationships/hyperlink" Target="Instructor Progress Test 3 Grams No FR Files/Gram 18/Lofar 2_a.glc" TargetMode="External"/><Relationship Id="rId56" Type="http://schemas.openxmlformats.org/officeDocument/2006/relationships/hyperlink" Target="Instructor Progress Test 3 Grams No FR Files/Gram 18/Lofar 3_b.gl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3 Grams No FR Files/Gram 19/Analysis Sheet.docx" TargetMode="External"/><Relationship Id="rId3" Type="http://schemas.openxmlformats.org/officeDocument/2006/relationships/hyperlink" Target="Instructor Progress Test 3 Grams No FR Files/Gram 19/Lofar 1_a.glc" TargetMode="External"/><Relationship Id="rId4" Type="http://schemas.openxmlformats.org/officeDocument/2006/relationships/hyperlink" Target="Instructor Progress Test 3 Grams No FR Files/Gram 19/Lofar 2 Loop 1.glc" TargetMode="External"/><Relationship Id="rId5" Type="http://schemas.openxmlformats.org/officeDocument/2006/relationships/hyperlink" Target="Instructor Progress Test 3 Grams No FR Files/Gram 19/Lofar 3 ABC.glc" TargetMode="External"/><Relationship Id="rId6" Type="http://schemas.openxmlformats.org/officeDocument/2006/relationships/hyperlink" Target="Instructor Progress Test 3 Grams No FR Files/Gram 19/Lofar 4.glc" TargetMode="External"/><Relationship Id="rId7" Type="http://schemas.openxmlformats.org/officeDocument/2006/relationships/hyperlink" Target="Instructor Progress Test 3 Grams No FR Files/Gram 20/Analysis.png" TargetMode="External"/><Relationship Id="rId8" Type="http://schemas.openxmlformats.org/officeDocument/2006/relationships/hyperlink" Target="Instructor Progress Test 3 Grams No FR Files/Gram 20/Lofar 1 ABC.glc" TargetMode="External"/><Relationship Id="rId9" Type="http://schemas.openxmlformats.org/officeDocument/2006/relationships/hyperlink" Target="Instructor Progress Test 3 Grams No FR Files/Gram 20/Lofar 2 I.glc" TargetMode="External"/><Relationship Id="rId10" Type="http://schemas.openxmlformats.org/officeDocument/2006/relationships/hyperlink" Target="Instructor Progress Test 3 Grams No FR Files/Gram 20/Lofar 3_a.glc" TargetMode="External"/><Relationship Id="rId11" Type="http://schemas.openxmlformats.org/officeDocument/2006/relationships/hyperlink" Target="Instructor Progress Test 3 Grams No FR Files/Gram 20/Lofar 4 Loop 2.glc" TargetMode="External"/><Relationship Id="rId12" Type="http://schemas.openxmlformats.org/officeDocument/2006/relationships/hyperlink" Target="Instructor Progress Test 3 Grams No FR Files/Gram 21/Analysis Sheet.docx" TargetMode="External"/><Relationship Id="rId13" Type="http://schemas.openxmlformats.org/officeDocument/2006/relationships/hyperlink" Target="Instructor Progress Test 3 Grams No FR Files/Gram 21/Lofar 1 Loop 2.glc" TargetMode="External"/><Relationship Id="rId14" Type="http://schemas.openxmlformats.org/officeDocument/2006/relationships/hyperlink" Target="Instructor Progress Test 3 Grams No FR Files/Gram 23/Analysis Sheet.docx" TargetMode="External"/><Relationship Id="rId15" Type="http://schemas.openxmlformats.org/officeDocument/2006/relationships/hyperlink" Target="Instructor Progress Test 3 Grams No FR Files/Gram 23/Lofar 1 Loop 2.glc" TargetMode="External"/><Relationship Id="rId16" Type="http://schemas.openxmlformats.org/officeDocument/2006/relationships/hyperlink" Target="Instructor Progress Test 3 Grams No FR Files/Gram 23/Lofar 2_b.glc" TargetMode="External"/><Relationship Id="rId17" Type="http://schemas.openxmlformats.org/officeDocument/2006/relationships/hyperlink" Target="Instructor Progress Test 3 Grams No FR Files/Gram 23/Lofar 3 Loop 1.glc" TargetMode="External"/><Relationship Id="rId18" Type="http://schemas.openxmlformats.org/officeDocument/2006/relationships/hyperlink" Target="Instructor Progress Test 3 Grams No FR Files/Gram 23/Lofar 4 I.glc" TargetMode="External"/><Relationship Id="rId19" Type="http://schemas.openxmlformats.org/officeDocument/2006/relationships/hyperlink" Target="Instructor Progress Test 3 Grams No FR Files/Gram 24/Analysis Sheet.docx" TargetMode="External"/><Relationship Id="rId20" Type="http://schemas.openxmlformats.org/officeDocument/2006/relationships/hyperlink" Target="Instructor Progress Test 3 Grams No FR Files/Gram 24/Lofar 1.glc" TargetMode="External"/><Relationship Id="rId21" Type="http://schemas.openxmlformats.org/officeDocument/2006/relationships/hyperlink" Target="Instructor Progress Test 3 Grams No FR Files/Gram 24/Lofar 2_b.glc" TargetMode="External"/><Relationship Id="rId22" Type="http://schemas.openxmlformats.org/officeDocument/2006/relationships/hyperlink" Target="Instructor Progress Test 3 Grams No FR Files/Gram 25/Analysis Sheet.docx" TargetMode="External"/><Relationship Id="rId23" Type="http://schemas.openxmlformats.org/officeDocument/2006/relationships/hyperlink" Target="Instructor Progress Test 3 Grams No FR Files/Gram 25/Lofar 1_a.glc" TargetMode="External"/><Relationship Id="rId24" Type="http://schemas.openxmlformats.org/officeDocument/2006/relationships/hyperlink" Target="Instructor Progress Test 3 Grams No FR Files/Gram 26/Analysis.png" TargetMode="External"/><Relationship Id="rId25" Type="http://schemas.openxmlformats.org/officeDocument/2006/relationships/hyperlink" Target="Instructor Progress Test 3 Grams No FR Files/Gram 26/Lofar 1 Loop 2.glc" TargetMode="External"/><Relationship Id="rId26" Type="http://schemas.openxmlformats.org/officeDocument/2006/relationships/hyperlink" Target="Instructor Progress Test 3 Grams No FR Files/Gram 26/Lofar 2_b.glc" TargetMode="External"/><Relationship Id="rId27" Type="http://schemas.openxmlformats.org/officeDocument/2006/relationships/hyperlink" Target="Instructor Progress Test 3 Grams No FR Files/Gram 26/Lofar 3 I.glc" TargetMode="External"/><Relationship Id="rId28" Type="http://schemas.openxmlformats.org/officeDocument/2006/relationships/hyperlink" Target="Instructor Progress Test 3 Grams No FR Files/Gram 26/Lofar 4 ABC.glc" TargetMode="External"/><Relationship Id="rId29" Type="http://schemas.openxmlformats.org/officeDocument/2006/relationships/hyperlink" Target="Instructor Progress Test 3 Grams No FR Files/Gram 28/Analysis.png" TargetMode="External"/><Relationship Id="rId30" Type="http://schemas.openxmlformats.org/officeDocument/2006/relationships/hyperlink" Target="Instructor Progress Test 3 Grams No FR Files/Gram 28/Lofar 1 I.glc" TargetMode="External"/><Relationship Id="rId31" Type="http://schemas.openxmlformats.org/officeDocument/2006/relationships/hyperlink" Target="Instructor Progress Test 3 Grams No FR Files/Gram 28/Lofar 2 Loop 1.glc" TargetMode="External"/><Relationship Id="rId32" Type="http://schemas.openxmlformats.org/officeDocument/2006/relationships/hyperlink" Target="Instructor Progress Test 3 Grams No FR Files/Gram 30/Analysis Sheet.docx" TargetMode="External"/><Relationship Id="rId33" Type="http://schemas.openxmlformats.org/officeDocument/2006/relationships/hyperlink" Target="Instructor Progress Test 3 Grams No FR Files/Gram 30/Lofar 1.glc" TargetMode="External"/><Relationship Id="rId34" Type="http://schemas.openxmlformats.org/officeDocument/2006/relationships/hyperlink" Target="Instructor Progress Test 3 Grams No FR Files/Gram 30/Lofar 2 Loop 2.glc" TargetMode="External"/><Relationship Id="rId35" Type="http://schemas.openxmlformats.org/officeDocument/2006/relationships/hyperlink" Target="Instructor Progress Test 3 Grams No FR Files/Gram 30/Lofar 3 ABC.glc" TargetMode="External"/><Relationship Id="rId36" Type="http://schemas.openxmlformats.org/officeDocument/2006/relationships/hyperlink" Target="Instructor Progress Test 3 Grams No FR Files/Gram 31/Analysis Sheet.docx" TargetMode="External"/><Relationship Id="rId37" Type="http://schemas.openxmlformats.org/officeDocument/2006/relationships/hyperlink" Target="Instructor Progress Test 3 Grams No FR Files/Gram 31/Lofar 1 ABC.glc" TargetMode="External"/><Relationship Id="rId38" Type="http://schemas.openxmlformats.org/officeDocument/2006/relationships/hyperlink" Target="Instructor Progress Test 3 Grams No FR Files/Gram 32/Analysis.png" TargetMode="External"/><Relationship Id="rId39" Type="http://schemas.openxmlformats.org/officeDocument/2006/relationships/hyperlink" Target="Instructor Progress Test 3 Grams No FR Files/Gram 32/Lofar 1_b.glc" TargetMode="External"/><Relationship Id="rId40" Type="http://schemas.openxmlformats.org/officeDocument/2006/relationships/hyperlink" Target="Instructor Progress Test 3 Grams No FR Files/Gram 32/Lofar 2_a.glc" TargetMode="External"/><Relationship Id="rId41" Type="http://schemas.openxmlformats.org/officeDocument/2006/relationships/hyperlink" Target="Instructor Progress Test 3 Grams No FR Files/Gram 32/Lofar 3 Loop 1.glc" TargetMode="External"/><Relationship Id="rId42" Type="http://schemas.openxmlformats.org/officeDocument/2006/relationships/hyperlink" Target="Instructor Progress Test 3 Grams No FR Files/Gram 32/Lofar 4_a.glc" TargetMode="External"/><Relationship Id="rId43" Type="http://schemas.openxmlformats.org/officeDocument/2006/relationships/hyperlink" Target="Instructor Progress Test 3 Grams No FR Files/Gram 33/Analysis.png" TargetMode="External"/><Relationship Id="rId44" Type="http://schemas.openxmlformats.org/officeDocument/2006/relationships/hyperlink" Target="Instructor Progress Test 3 Grams No FR Files/Gram 33/Lofar 1.glc" TargetMode="External"/><Relationship Id="rId45" Type="http://schemas.openxmlformats.org/officeDocument/2006/relationships/hyperlink" Target="Instructor Progress Test 3 Grams No FR Files/Gram 34/Analysis.png" TargetMode="External"/><Relationship Id="rId46" Type="http://schemas.openxmlformats.org/officeDocument/2006/relationships/hyperlink" Target="Instructor Progress Test 3 Grams No FR Files/Gram 34/Lofar 1 Loop 2.glc" TargetMode="External"/><Relationship Id="rId47" Type="http://schemas.openxmlformats.org/officeDocument/2006/relationships/hyperlink" Target="Instructor Progress Test 3 Grams No FR Files/Gram 34/Lofar 2 I.glc" TargetMode="External"/><Relationship Id="rId48" Type="http://schemas.openxmlformats.org/officeDocument/2006/relationships/hyperlink" Target="Instructor Progress Test 3 Grams No FR Files/Gram 34/Lofar 3 ABC.glc" TargetMode="External"/><Relationship Id="rId49" Type="http://schemas.openxmlformats.org/officeDocument/2006/relationships/hyperlink" Target="Instructor Progress Test 3 Grams No FR Files/Gram 35/Analysis.png" TargetMode="External"/><Relationship Id="rId50" Type="http://schemas.openxmlformats.org/officeDocument/2006/relationships/hyperlink" Target="Instructor Progress Test 3 Grams No FR Files/Gram 35/Lofar 1 I.glc" TargetMode="External"/><Relationship Id="rId51" Type="http://schemas.openxmlformats.org/officeDocument/2006/relationships/hyperlink" Target="Instructor Progress Test 3 Grams No FR Files/Gram 36/Analysis Sheet.docx" TargetMode="External"/><Relationship Id="rId52" Type="http://schemas.openxmlformats.org/officeDocument/2006/relationships/hyperlink" Target="Instructor Progress Test 3 Grams No FR Files/Gram 36/Lofar 1 ABC.glc" TargetMode="External"/><Relationship Id="rId53" Type="http://schemas.openxmlformats.org/officeDocument/2006/relationships/hyperlink" Target="Instructor Progress Test 3 Grams No FR Files/Gram 36/Lofar 2_b.glc" TargetMode="External"/><Relationship Id="rId54" Type="http://schemas.openxmlformats.org/officeDocument/2006/relationships/hyperlink" Target="Instructor Progress Test 3 Grams No FR Files/Gram 36/Lofar 3 Loop 2.glc" TargetMode="External"/><Relationship Id="rId55" Type="http://schemas.openxmlformats.org/officeDocument/2006/relationships/hyperlink" Target="Instructor Progress Test 3 Grams No FR Files/Gram 36/Lofar 4 ABC.gl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Welcome to Instructor Progress Test 3 Grams No FR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3 Grams No FR — Page 1 of 2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Imperial-class, Category 1, Coruscant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</p:txBody>
      </p:sp>
      <p:sp>
        <p:nvSpPr>
          <p:cNvPr id="5" name="Rounded Rectangle 4"/>
          <p:cNvSpPr/>
          <p:nvPr>
            <a:hlinkClick r:id="rId5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Acclamator-class, Category 3, Bespin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"/>
              </a:rPr>
              <a:t>Lofar 1</a:t>
            </a:r>
          </a:p>
          <a:p>
            <a:r>
              <a:rPr sz="800">
                <a:hlinkClick r:id="rId7"/>
              </a:rPr>
              <a:t>Lofar 2</a:t>
            </a:r>
          </a:p>
          <a:p>
            <a:r>
              <a:rPr sz="800">
                <a:hlinkClick r:id="rId8"/>
              </a:rPr>
              <a:t>Lofar 3</a:t>
            </a:r>
          </a:p>
          <a:p>
            <a:r>
              <a:rPr sz="800">
                <a:hlinkClick r:id="rId9"/>
              </a:rPr>
              <a:t>Lofar 4</a:t>
            </a:r>
          </a:p>
        </p:txBody>
      </p:sp>
      <p:sp>
        <p:nvSpPr>
          <p:cNvPr id="7" name="Rounded Rectangle 6"/>
          <p:cNvSpPr/>
          <p:nvPr>
            <a:hlinkClick r:id="rId10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3: Voyager, Category 4, Hoth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  <a:p>
            <a:r>
              <a:rPr sz="800">
                <a:hlinkClick r:id="rId13"/>
              </a:rPr>
              <a:t>Lofar 3</a:t>
            </a:r>
          </a:p>
          <a:p>
            <a:r>
              <a:rPr sz="800">
                <a:hlinkClick r:id="rId14"/>
              </a:rPr>
              <a:t>Lofar 4</a:t>
            </a:r>
          </a:p>
        </p:txBody>
      </p:sp>
      <p:sp>
        <p:nvSpPr>
          <p:cNvPr id="9" name="Rounded Rectangle 8"/>
          <p:cNvSpPr/>
          <p:nvPr>
            <a:hlinkClick r:id="rId15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Venator-class contact bearing 274, codename Betazed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6"/>
              </a:rPr>
              <a:t>Lofar 1</a:t>
            </a:r>
          </a:p>
          <a:p>
            <a:r>
              <a:rPr sz="800">
                <a:hlinkClick r:id="rId17"/>
              </a:rPr>
              <a:t>Lofar 2</a:t>
            </a:r>
          </a:p>
          <a:p>
            <a:r>
              <a:rPr sz="800">
                <a:hlinkClick r:id="rId18"/>
              </a:rPr>
              <a:t>Lofar 3</a:t>
            </a:r>
          </a:p>
          <a:p>
            <a:r>
              <a:rPr sz="800">
                <a:hlinkClick r:id="rId19"/>
              </a:rPr>
              <a:t>Lofar 4</a:t>
            </a:r>
          </a:p>
        </p:txBody>
      </p:sp>
      <p:sp>
        <p:nvSpPr>
          <p:cNvPr id="11" name="Rounded Rectangle 10"/>
          <p:cNvSpPr/>
          <p:nvPr>
            <a:hlinkClick r:id="rId20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5: Defiant contact bearing 256, codename Tatooine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1"/>
              </a:rPr>
              <a:t>Lofar 1</a:t>
            </a:r>
          </a:p>
        </p:txBody>
      </p:sp>
      <p:sp>
        <p:nvSpPr>
          <p:cNvPr id="13" name="Rounded Rectangle 12"/>
          <p:cNvSpPr/>
          <p:nvPr>
            <a:hlinkClick r:id="rId22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6: Slave I contact bearing 174, codename Cardassia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3"/>
              </a:rPr>
              <a:t>Lofar 1</a:t>
            </a:r>
          </a:p>
        </p:txBody>
      </p:sp>
      <p:sp>
        <p:nvSpPr>
          <p:cNvPr id="15" name="Rounded Rectangle 14"/>
          <p:cNvSpPr/>
          <p:nvPr>
            <a:hlinkClick r:id="rId24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Ghost, Category 1, Trill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5"/>
              </a:rPr>
              <a:t>Lofar 1</a:t>
            </a:r>
          </a:p>
          <a:p>
            <a:r>
              <a:rPr sz="800">
                <a:hlinkClick r:id="rId26"/>
              </a:rPr>
              <a:t>Lofar 2</a:t>
            </a:r>
          </a:p>
          <a:p>
            <a:r>
              <a:rPr sz="800">
                <a:hlinkClick r:id="rId27"/>
              </a:rPr>
              <a:t>Lofar 3</a:t>
            </a:r>
          </a:p>
          <a:p>
            <a:r>
              <a:rPr sz="800">
                <a:hlinkClick r:id="rId28"/>
              </a:rPr>
              <a:t>Lofar 4</a:t>
            </a:r>
          </a:p>
        </p:txBody>
      </p:sp>
      <p:sp>
        <p:nvSpPr>
          <p:cNvPr id="17" name="Rounded Rectangle 16"/>
          <p:cNvSpPr/>
          <p:nvPr>
            <a:hlinkClick r:id="rId29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8: A-wing contact bearing 061, codename Romulus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0"/>
              </a:rPr>
              <a:t>Lofar 1</a:t>
            </a:r>
          </a:p>
          <a:p>
            <a:r>
              <a:rPr sz="800">
                <a:hlinkClick r:id="rId31"/>
              </a:rPr>
              <a:t>Lofar 2</a:t>
            </a:r>
          </a:p>
          <a:p>
            <a:r>
              <a:rPr sz="800">
                <a:hlinkClick r:id="rId32"/>
              </a:rPr>
              <a:t>Lofar 3</a:t>
            </a:r>
          </a:p>
        </p:txBody>
      </p:sp>
      <p:sp>
        <p:nvSpPr>
          <p:cNvPr id="19" name="Rounded Rectangle 18"/>
          <p:cNvSpPr/>
          <p:nvPr>
            <a:hlinkClick r:id="rId33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10: Razor Crest, Category 4, Kobol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4"/>
              </a:rPr>
              <a:t>Lofar 1</a:t>
            </a:r>
          </a:p>
          <a:p>
            <a:r>
              <a:rPr sz="800">
                <a:hlinkClick r:id="rId35"/>
              </a:rPr>
              <a:t>Lofar 2</a:t>
            </a:r>
          </a:p>
          <a:p>
            <a:r>
              <a:rPr sz="800">
                <a:hlinkClick r:id="rId36"/>
              </a:rPr>
              <a:t>Lofar 3</a:t>
            </a:r>
          </a:p>
        </p:txBody>
      </p:sp>
      <p:sp>
        <p:nvSpPr>
          <p:cNvPr id="21" name="Rounded Rectangle 20"/>
          <p:cNvSpPr/>
          <p:nvPr>
            <a:hlinkClick r:id="rId37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Lambda Shuttle, Category 4, Cardassia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8"/>
              </a:rPr>
              <a:t>Lofar 1</a:t>
            </a:r>
          </a:p>
          <a:p>
            <a:r>
              <a:rPr sz="800">
                <a:hlinkClick r:id="rId39"/>
              </a:rPr>
              <a:t>Lofar 2</a:t>
            </a:r>
          </a:p>
        </p:txBody>
      </p:sp>
      <p:sp>
        <p:nvSpPr>
          <p:cNvPr id="23" name="Rounded Rectangle 22"/>
          <p:cNvSpPr/>
          <p:nvPr>
            <a:hlinkClick r:id="rId40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12: Constitution-class contact bearing 225, codename Tatooine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1"/>
              </a:rPr>
              <a:t>Lofar 1</a:t>
            </a:r>
          </a:p>
          <a:p>
            <a:r>
              <a:rPr sz="800">
                <a:hlinkClick r:id="rId42"/>
              </a:rPr>
              <a:t>Lofar 2</a:t>
            </a:r>
          </a:p>
          <a:p>
            <a:r>
              <a:rPr sz="800">
                <a:hlinkClick r:id="rId43"/>
              </a:rPr>
              <a:t>Lofar 3</a:t>
            </a:r>
          </a:p>
        </p:txBody>
      </p:sp>
      <p:sp>
        <p:nvSpPr>
          <p:cNvPr id="25" name="Rounded Rectangle 24"/>
          <p:cNvSpPr/>
          <p:nvPr>
            <a:hlinkClick r:id="rId44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Slave I contact bearing 078, codename Kobol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5"/>
              </a:rPr>
              <a:t>Lofar 1</a:t>
            </a:r>
          </a:p>
        </p:txBody>
      </p:sp>
      <p:sp>
        <p:nvSpPr>
          <p:cNvPr id="27" name="Rounded Rectangle 26"/>
          <p:cNvSpPr/>
          <p:nvPr>
            <a:hlinkClick r:id="rId46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Y-wing, Category 1, Tantive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7"/>
              </a:rPr>
              <a:t>Lofar 1</a:t>
            </a:r>
          </a:p>
          <a:p>
            <a:r>
              <a:rPr sz="800">
                <a:hlinkClick r:id="rId48"/>
              </a:rPr>
              <a:t>Lofar 2</a:t>
            </a:r>
          </a:p>
        </p:txBody>
      </p:sp>
      <p:sp>
        <p:nvSpPr>
          <p:cNvPr id="29" name="Rounded Rectangle 28"/>
          <p:cNvSpPr/>
          <p:nvPr>
            <a:hlinkClick r:id="rId49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16: Reliant, Category 1, Betazed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0"/>
              </a:rPr>
              <a:t>Lofar 1</a:t>
            </a:r>
          </a:p>
          <a:p>
            <a:r>
              <a:rPr sz="800">
                <a:hlinkClick r:id="rId51"/>
              </a:rPr>
              <a:t>Lofar 2</a:t>
            </a:r>
          </a:p>
          <a:p>
            <a:r>
              <a:rPr sz="800">
                <a:hlinkClick r:id="rId52"/>
              </a:rPr>
              <a:t>Lofar 3</a:t>
            </a:r>
          </a:p>
        </p:txBody>
      </p:sp>
      <p:sp>
        <p:nvSpPr>
          <p:cNvPr id="31" name="Rounded Rectangle 30"/>
          <p:cNvSpPr/>
          <p:nvPr>
            <a:hlinkClick r:id="rId53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18: Devastator, Category 4, Vulcan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4"/>
              </a:rPr>
              <a:t>Lofar 1</a:t>
            </a:r>
          </a:p>
          <a:p>
            <a:r>
              <a:rPr sz="800">
                <a:hlinkClick r:id="rId55"/>
              </a:rPr>
              <a:t>Lofar 2</a:t>
            </a:r>
          </a:p>
          <a:p>
            <a:r>
              <a:rPr sz="800">
                <a:hlinkClick r:id="rId56"/>
              </a:rPr>
              <a:t>Lofar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3 Grams No FR — Page 2 of 2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19: Intrepid-class contact bearing 256, codename Caprica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  <a:p>
            <a:r>
              <a:rPr sz="800">
                <a:hlinkClick r:id="rId6"/>
              </a:rPr>
              <a:t>Lofar 4</a:t>
            </a:r>
          </a:p>
        </p:txBody>
      </p:sp>
      <p:sp>
        <p:nvSpPr>
          <p:cNvPr id="5" name="Rounded Rectangle 4"/>
          <p:cNvSpPr/>
          <p:nvPr>
            <a:hlinkClick r:id="rId7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20: Millennium Falcon, Category 1, Bajor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  <a:p>
            <a:r>
              <a:rPr sz="800">
                <a:hlinkClick r:id="rId9"/>
              </a:rPr>
              <a:t>Lofar 2</a:t>
            </a:r>
          </a:p>
          <a:p>
            <a:r>
              <a:rPr sz="800">
                <a:hlinkClick r:id="rId10"/>
              </a:rPr>
              <a:t>Lofar 3</a:t>
            </a:r>
          </a:p>
          <a:p>
            <a:r>
              <a:rPr sz="800">
                <a:hlinkClick r:id="rId11"/>
              </a:rPr>
              <a:t>Lofar 4</a:t>
            </a:r>
          </a:p>
        </p:txBody>
      </p:sp>
      <p:sp>
        <p:nvSpPr>
          <p:cNvPr id="7" name="Rounded Rectangle 6"/>
          <p:cNvSpPr/>
          <p:nvPr>
            <a:hlinkClick r:id="rId12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21: Enterprise, Category 1, Betazed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3"/>
              </a:rPr>
              <a:t>Lofar 1</a:t>
            </a:r>
          </a:p>
        </p:txBody>
      </p:sp>
      <p:sp>
        <p:nvSpPr>
          <p:cNvPr id="9" name="Rounded Rectangle 8"/>
          <p:cNvSpPr/>
          <p:nvPr>
            <a:hlinkClick r:id="rId14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Akira-class, Category 4, Betazed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5"/>
              </a:rPr>
              <a:t>Lofar 1</a:t>
            </a:r>
          </a:p>
          <a:p>
            <a:r>
              <a:rPr sz="800">
                <a:hlinkClick r:id="rId16"/>
              </a:rPr>
              <a:t>Lofar 2</a:t>
            </a:r>
          </a:p>
          <a:p>
            <a:r>
              <a:rPr sz="800">
                <a:hlinkClick r:id="rId17"/>
              </a:rPr>
              <a:t>Lofar 3</a:t>
            </a:r>
          </a:p>
          <a:p>
            <a:r>
              <a:rPr sz="800">
                <a:hlinkClick r:id="rId18"/>
              </a:rPr>
              <a:t>Lofar 4</a:t>
            </a:r>
          </a:p>
        </p:txBody>
      </p:sp>
      <p:sp>
        <p:nvSpPr>
          <p:cNvPr id="11" name="Rounded Rectangle 10"/>
          <p:cNvSpPr/>
          <p:nvPr>
            <a:hlinkClick r:id="rId19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24: Galaxy-class, Category 3, Betazed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0"/>
              </a:rPr>
              <a:t>Lofar 1</a:t>
            </a:r>
          </a:p>
          <a:p>
            <a:r>
              <a:rPr sz="800">
                <a:hlinkClick r:id="rId21"/>
              </a:rPr>
              <a:t>Lofar 2</a:t>
            </a:r>
          </a:p>
        </p:txBody>
      </p:sp>
      <p:sp>
        <p:nvSpPr>
          <p:cNvPr id="13" name="Rounded Rectangle 12"/>
          <p:cNvSpPr/>
          <p:nvPr>
            <a:hlinkClick r:id="rId22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Corellian Corvette, Category 4, Dagobah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3"/>
              </a:rPr>
              <a:t>Lofar 1</a:t>
            </a:r>
          </a:p>
        </p:txBody>
      </p:sp>
      <p:sp>
        <p:nvSpPr>
          <p:cNvPr id="15" name="Rounded Rectangle 14"/>
          <p:cNvSpPr/>
          <p:nvPr>
            <a:hlinkClick r:id="rId24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Reliant, Category 4, Risa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5"/>
              </a:rPr>
              <a:t>Lofar 1</a:t>
            </a:r>
          </a:p>
          <a:p>
            <a:r>
              <a:rPr sz="800">
                <a:hlinkClick r:id="rId26"/>
              </a:rPr>
              <a:t>Lofar 2</a:t>
            </a:r>
          </a:p>
          <a:p>
            <a:r>
              <a:rPr sz="800">
                <a:hlinkClick r:id="rId27"/>
              </a:rPr>
              <a:t>Lofar 3</a:t>
            </a:r>
          </a:p>
          <a:p>
            <a:r>
              <a:rPr sz="800">
                <a:hlinkClick r:id="rId28"/>
              </a:rPr>
              <a:t>Lofar 4</a:t>
            </a:r>
          </a:p>
        </p:txBody>
      </p:sp>
      <p:sp>
        <p:nvSpPr>
          <p:cNvPr id="17" name="Rounded Rectangle 16"/>
          <p:cNvSpPr/>
          <p:nvPr>
            <a:hlinkClick r:id="rId29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Intrepid-class contact bearing 279, codename Vulcan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0"/>
              </a:rPr>
              <a:t>Lofar 1</a:t>
            </a:r>
          </a:p>
          <a:p>
            <a:r>
              <a:rPr sz="800">
                <a:hlinkClick r:id="rId31"/>
              </a:rPr>
              <a:t>Lofar 2</a:t>
            </a:r>
          </a:p>
        </p:txBody>
      </p:sp>
      <p:sp>
        <p:nvSpPr>
          <p:cNvPr id="19" name="Rounded Rectangle 18"/>
          <p:cNvSpPr/>
          <p:nvPr>
            <a:hlinkClick r:id="rId32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Voyager, Category 2, Bajor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3"/>
              </a:rPr>
              <a:t>Lofar 1</a:t>
            </a:r>
          </a:p>
          <a:p>
            <a:r>
              <a:rPr sz="800">
                <a:hlinkClick r:id="rId34"/>
              </a:rPr>
              <a:t>Lofar 2</a:t>
            </a:r>
          </a:p>
          <a:p>
            <a:r>
              <a:rPr sz="800">
                <a:hlinkClick r:id="rId35"/>
              </a:rPr>
              <a:t>Lofar 3</a:t>
            </a:r>
          </a:p>
        </p:txBody>
      </p:sp>
      <p:sp>
        <p:nvSpPr>
          <p:cNvPr id="21" name="Rounded Rectangle 20"/>
          <p:cNvSpPr/>
          <p:nvPr>
            <a:hlinkClick r:id="rId36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Lambda Shuttle, Category 3, Bajor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7"/>
              </a:rPr>
              <a:t>Lofar 1</a:t>
            </a:r>
          </a:p>
        </p:txBody>
      </p:sp>
      <p:sp>
        <p:nvSpPr>
          <p:cNvPr id="23" name="Rounded Rectangle 22"/>
          <p:cNvSpPr/>
          <p:nvPr>
            <a:hlinkClick r:id="rId38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Nebulon-B, Category 4, Cardassia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9"/>
              </a:rPr>
              <a:t>Lofar 1</a:t>
            </a:r>
          </a:p>
          <a:p>
            <a:r>
              <a:rPr sz="800">
                <a:hlinkClick r:id="rId40"/>
              </a:rPr>
              <a:t>Lofar 2</a:t>
            </a:r>
          </a:p>
          <a:p>
            <a:r>
              <a:rPr sz="800">
                <a:hlinkClick r:id="rId41"/>
              </a:rPr>
              <a:t>Lofar 3</a:t>
            </a:r>
          </a:p>
          <a:p>
            <a:r>
              <a:rPr sz="800">
                <a:hlinkClick r:id="rId42"/>
              </a:rPr>
              <a:t>Lofar 4</a:t>
            </a:r>
          </a:p>
        </p:txBody>
      </p:sp>
      <p:sp>
        <p:nvSpPr>
          <p:cNvPr id="25" name="Rounded Rectangle 24"/>
          <p:cNvSpPr/>
          <p:nvPr>
            <a:hlinkClick r:id="rId43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Prometheus, Category 3, Romulus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4"/>
              </a:rPr>
              <a:t>Lofar 1</a:t>
            </a:r>
          </a:p>
        </p:txBody>
      </p:sp>
      <p:sp>
        <p:nvSpPr>
          <p:cNvPr id="27" name="Rounded Rectangle 26"/>
          <p:cNvSpPr/>
          <p:nvPr>
            <a:hlinkClick r:id="rId45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34: Miranda-class, Category 2, Dagobah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6"/>
              </a:rPr>
              <a:t>Lofar 1</a:t>
            </a:r>
          </a:p>
          <a:p>
            <a:r>
              <a:rPr sz="800">
                <a:hlinkClick r:id="rId47"/>
              </a:rPr>
              <a:t>Lofar 2</a:t>
            </a:r>
          </a:p>
          <a:p>
            <a:r>
              <a:rPr sz="800">
                <a:hlinkClick r:id="rId48"/>
              </a:rPr>
              <a:t>Lofar 3</a:t>
            </a:r>
          </a:p>
        </p:txBody>
      </p:sp>
      <p:sp>
        <p:nvSpPr>
          <p:cNvPr id="29" name="Rounded Rectangle 28"/>
          <p:cNvSpPr/>
          <p:nvPr>
            <a:hlinkClick r:id="rId49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35: Nebulon-B, Category 4, Gandalf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0"/>
              </a:rPr>
              <a:t>Lofar 1</a:t>
            </a:r>
          </a:p>
        </p:txBody>
      </p:sp>
      <p:sp>
        <p:nvSpPr>
          <p:cNvPr id="31" name="Rounded Rectangle 30"/>
          <p:cNvSpPr/>
          <p:nvPr>
            <a:hlinkClick r:id="rId51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Tantive IV contact bearing 226, codename Romulus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2"/>
              </a:rPr>
              <a:t>Lofar 1</a:t>
            </a:r>
          </a:p>
          <a:p>
            <a:r>
              <a:rPr sz="800">
                <a:hlinkClick r:id="rId53"/>
              </a:rPr>
              <a:t>Lofar 2</a:t>
            </a:r>
          </a:p>
          <a:p>
            <a:r>
              <a:rPr sz="800">
                <a:hlinkClick r:id="rId54"/>
              </a:rPr>
              <a:t>Lofar 3</a:t>
            </a:r>
          </a:p>
          <a:p>
            <a:r>
              <a:rPr sz="800">
                <a:hlinkClick r:id="rId55"/>
              </a:rPr>
              <a:t>Lofar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End of Instructor Progress Test 3 Grams No FR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