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Final Assessment Grams Files/Gram 1/Analysis Sheet.docx" TargetMode="External"/><Relationship Id="rId3" Type="http://schemas.openxmlformats.org/officeDocument/2006/relationships/hyperlink" Target="Instructor Progress Final Assessment Grams Files/Gram 1/Lofar 1.glc" TargetMode="External"/><Relationship Id="rId4" Type="http://schemas.openxmlformats.org/officeDocument/2006/relationships/hyperlink" Target="Instructor Progress Final Assessment Grams Files/Gram 2/Analysis Sheet.docx" TargetMode="External"/><Relationship Id="rId5" Type="http://schemas.openxmlformats.org/officeDocument/2006/relationships/hyperlink" Target="Instructor Progress Final Assessment Grams Files/Gram 2/Lofar 1 Loop 2.glc" TargetMode="External"/><Relationship Id="rId6" Type="http://schemas.openxmlformats.org/officeDocument/2006/relationships/hyperlink" Target="Instructor Progress Final Assessment Grams Files/Gram 2/Lofar 2 I.glc" TargetMode="External"/><Relationship Id="rId7" Type="http://schemas.openxmlformats.org/officeDocument/2006/relationships/hyperlink" Target="Instructor Progress Final Assessment Grams Files/Gram 2/Lofar 3_b.glc" TargetMode="External"/><Relationship Id="rId8" Type="http://schemas.openxmlformats.org/officeDocument/2006/relationships/hyperlink" Target="Instructor Progress Final Assessment Grams Files/Gram 3/Analysis Sheet.docx" TargetMode="External"/><Relationship Id="rId9" Type="http://schemas.openxmlformats.org/officeDocument/2006/relationships/hyperlink" Target="Instructor Progress Final Assessment Grams Files/Gram 3/Lofar 1.glc" TargetMode="External"/><Relationship Id="rId10" Type="http://schemas.openxmlformats.org/officeDocument/2006/relationships/hyperlink" Target="Instructor Progress Final Assessment Grams Files/Gram 3/Lofar 2.glc" TargetMode="External"/><Relationship Id="rId11" Type="http://schemas.openxmlformats.org/officeDocument/2006/relationships/hyperlink" Target="Instructor Progress Final Assessment Grams Files/Gram 3/Lofar 3 Loop 1.glc" TargetMode="External"/><Relationship Id="rId12" Type="http://schemas.openxmlformats.org/officeDocument/2006/relationships/hyperlink" Target="Instructor Progress Final Assessment Grams Files/Gram 4/Analysis Sheet.docx" TargetMode="External"/><Relationship Id="rId13" Type="http://schemas.openxmlformats.org/officeDocument/2006/relationships/hyperlink" Target="Instructor Progress Final Assessment Grams Files/Gram 4/Lofar 1_b.glc" TargetMode="External"/><Relationship Id="rId14" Type="http://schemas.openxmlformats.org/officeDocument/2006/relationships/hyperlink" Target="Instructor Progress Final Assessment Grams Files/Gram 4/Lofar 2 Loop 2.glc" TargetMode="External"/><Relationship Id="rId15" Type="http://schemas.openxmlformats.org/officeDocument/2006/relationships/hyperlink" Target="Instructor Progress Final Assessment Grams Files/Gram 4/Lofar 3_a.glc" TargetMode="External"/><Relationship Id="rId16" Type="http://schemas.openxmlformats.org/officeDocument/2006/relationships/hyperlink" Target="Instructor Progress Final Assessment Grams Files/Gram 7/Analysis Sheet.docx" TargetMode="External"/><Relationship Id="rId17" Type="http://schemas.openxmlformats.org/officeDocument/2006/relationships/hyperlink" Target="Instructor Progress Final Assessment Grams Files/Gram 7/Lofar 1.glc" TargetMode="External"/><Relationship Id="rId18" Type="http://schemas.openxmlformats.org/officeDocument/2006/relationships/hyperlink" Target="Instructor Progress Final Assessment Grams Files/Gram 8/Analysis Sheet.docx" TargetMode="External"/><Relationship Id="rId19" Type="http://schemas.openxmlformats.org/officeDocument/2006/relationships/hyperlink" Target="Instructor Progress Final Assessment Grams Files/Gram 8/Lofar 1_a.glc" TargetMode="External"/><Relationship Id="rId20" Type="http://schemas.openxmlformats.org/officeDocument/2006/relationships/hyperlink" Target="Instructor Progress Final Assessment Grams Files/Gram 8/Lofar 2_a.glc" TargetMode="External"/><Relationship Id="rId21" Type="http://schemas.openxmlformats.org/officeDocument/2006/relationships/hyperlink" Target="Instructor Progress Final Assessment Grams Files/Gram 8/Lofar 3 Loop 2.glc" TargetMode="External"/><Relationship Id="rId22" Type="http://schemas.openxmlformats.org/officeDocument/2006/relationships/hyperlink" Target="Instructor Progress Final Assessment Grams Files/Gram 8/Lofar 4 I.glc" TargetMode="External"/><Relationship Id="rId23" Type="http://schemas.openxmlformats.org/officeDocument/2006/relationships/hyperlink" Target="Instructor Progress Final Assessment Grams Files/Gram 9/Analysis Sheet.docx" TargetMode="External"/><Relationship Id="rId24" Type="http://schemas.openxmlformats.org/officeDocument/2006/relationships/hyperlink" Target="Instructor Progress Final Assessment Grams Files/Gram 9/Lofar 1.glc" TargetMode="External"/><Relationship Id="rId25" Type="http://schemas.openxmlformats.org/officeDocument/2006/relationships/hyperlink" Target="Instructor Progress Final Assessment Grams Files/Gram 9/Lofar 2 I.glc" TargetMode="External"/><Relationship Id="rId26" Type="http://schemas.openxmlformats.org/officeDocument/2006/relationships/hyperlink" Target="Instructor Progress Final Assessment Grams Files/Gram 10/Analysis.png" TargetMode="External"/><Relationship Id="rId27" Type="http://schemas.openxmlformats.org/officeDocument/2006/relationships/hyperlink" Target="Instructor Progress Final Assessment Grams Files/Gram 10/Lofar 1 Loop 1.glc" TargetMode="External"/><Relationship Id="rId28" Type="http://schemas.openxmlformats.org/officeDocument/2006/relationships/hyperlink" Target="Instructor Progress Final Assessment Grams Files/Gram 11/Analysis.png" TargetMode="External"/><Relationship Id="rId29" Type="http://schemas.openxmlformats.org/officeDocument/2006/relationships/hyperlink" Target="Instructor Progress Final Assessment Grams Files/Gram 11/Lofar 1_b.glc" TargetMode="External"/><Relationship Id="rId30" Type="http://schemas.openxmlformats.org/officeDocument/2006/relationships/hyperlink" Target="Instructor Progress Final Assessment Grams Files/Gram 12/Analysis Sheet.docx" TargetMode="External"/><Relationship Id="rId31" Type="http://schemas.openxmlformats.org/officeDocument/2006/relationships/hyperlink" Target="Instructor Progress Final Assessment Grams Files/Gram 12/Lofar 1.glc" TargetMode="External"/><Relationship Id="rId32" Type="http://schemas.openxmlformats.org/officeDocument/2006/relationships/hyperlink" Target="Instructor Progress Final Assessment Grams Files/Gram 12/Lofar 2 I.glc" TargetMode="External"/><Relationship Id="rId33" Type="http://schemas.openxmlformats.org/officeDocument/2006/relationships/hyperlink" Target="Instructor Progress Final Assessment Grams Files/Gram 12/Lofar 3 ABC.glc" TargetMode="External"/><Relationship Id="rId34" Type="http://schemas.openxmlformats.org/officeDocument/2006/relationships/hyperlink" Target="Instructor Progress Final Assessment Grams Files/Gram 12/Lofar 4 Loop 1.glc" TargetMode="External"/><Relationship Id="rId35" Type="http://schemas.openxmlformats.org/officeDocument/2006/relationships/hyperlink" Target="Instructor Progress Final Assessment Grams Files/Gram 13/Analysis.png" TargetMode="External"/><Relationship Id="rId36" Type="http://schemas.openxmlformats.org/officeDocument/2006/relationships/hyperlink" Target="Instructor Progress Final Assessment Grams Files/Gram 13/Lofar 1 Loop 2.glc" TargetMode="External"/><Relationship Id="rId37" Type="http://schemas.openxmlformats.org/officeDocument/2006/relationships/hyperlink" Target="Instructor Progress Final Assessment Grams Files/Gram 13/Lofar 2_a.glc" TargetMode="External"/><Relationship Id="rId38" Type="http://schemas.openxmlformats.org/officeDocument/2006/relationships/hyperlink" Target="Instructor Progress Final Assessment Grams Files/Gram 13/Lofar 3_a.glc" TargetMode="External"/><Relationship Id="rId39" Type="http://schemas.openxmlformats.org/officeDocument/2006/relationships/hyperlink" Target="Instructor Progress Final Assessment Grams Files/Gram 14/Analysis Sheet.docx" TargetMode="External"/><Relationship Id="rId40" Type="http://schemas.openxmlformats.org/officeDocument/2006/relationships/hyperlink" Target="Instructor Progress Final Assessment Grams Files/Gram 14/Lofar 1 Loop 1.glc" TargetMode="External"/><Relationship Id="rId41" Type="http://schemas.openxmlformats.org/officeDocument/2006/relationships/hyperlink" Target="Instructor Progress Final Assessment Grams Files/Gram 14/Lofar 2 I.glc" TargetMode="External"/><Relationship Id="rId42" Type="http://schemas.openxmlformats.org/officeDocument/2006/relationships/hyperlink" Target="Instructor Progress Final Assessment Grams Files/Gram 14/Lofar 3 ABC.glc" TargetMode="External"/><Relationship Id="rId43" Type="http://schemas.openxmlformats.org/officeDocument/2006/relationships/hyperlink" Target="Instructor Progress Final Assessment Grams Files/Gram 14/Lofar 4_a.glc" TargetMode="External"/><Relationship Id="rId44" Type="http://schemas.openxmlformats.org/officeDocument/2006/relationships/hyperlink" Target="Instructor Progress Final Assessment Grams Files/Gram 15/Analysis.png" TargetMode="External"/><Relationship Id="rId45" Type="http://schemas.openxmlformats.org/officeDocument/2006/relationships/hyperlink" Target="Instructor Progress Final Assessment Grams Files/Gram 15/Lofar 1 I.glc" TargetMode="External"/><Relationship Id="rId46" Type="http://schemas.openxmlformats.org/officeDocument/2006/relationships/hyperlink" Target="Instructor Progress Final Assessment Grams Files/Gram 15/Lofar 2 Loop 1.glc" TargetMode="External"/><Relationship Id="rId47" Type="http://schemas.openxmlformats.org/officeDocument/2006/relationships/hyperlink" Target="Instructor Progress Final Assessment Grams Files/Gram 16/Analysis Sheet.docx" TargetMode="External"/><Relationship Id="rId48" Type="http://schemas.openxmlformats.org/officeDocument/2006/relationships/hyperlink" Target="Instructor Progress Final Assessment Grams Files/Gram 16/Lofar 1 Loop 1.glc" TargetMode="External"/><Relationship Id="rId49" Type="http://schemas.openxmlformats.org/officeDocument/2006/relationships/hyperlink" Target="Instructor Progress Final Assessment Grams Files/Gram 16/Lofar 2 Loop 1.glc" TargetMode="External"/><Relationship Id="rId50" Type="http://schemas.openxmlformats.org/officeDocument/2006/relationships/hyperlink" Target="Instructor Progress Final Assessment Grams Files/Gram 16/Lofar 3 ABC.glc" TargetMode="External"/><Relationship Id="rId51" Type="http://schemas.openxmlformats.org/officeDocument/2006/relationships/hyperlink" Target="Instructor Progress Final Assessment Grams Files/Gram 18/Analysis.png" TargetMode="External"/><Relationship Id="rId52" Type="http://schemas.openxmlformats.org/officeDocument/2006/relationships/hyperlink" Target="Instructor Progress Final Assessment Grams Files/Gram 18/Lofar 1.glc" TargetMode="External"/><Relationship Id="rId53" Type="http://schemas.openxmlformats.org/officeDocument/2006/relationships/hyperlink" Target="Instructor Progress Final Assessment Grams Files/Gram 18/Lofar 2_b.glc" TargetMode="External"/><Relationship Id="rId54" Type="http://schemas.openxmlformats.org/officeDocument/2006/relationships/hyperlink" Target="Instructor Progress Final Assessment Grams Files/Gram 18/Lofar 3 Loop 2.glc" TargetMode="External"/><Relationship Id="rId55" Type="http://schemas.openxmlformats.org/officeDocument/2006/relationships/hyperlink" Target="Instructor Progress Final Assessment Grams Files/Gram 18/Lofar 4 Loop 1.gl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Final Assessment Grams Files/Gram 19/Analysis Sheet.docx" TargetMode="External"/><Relationship Id="rId3" Type="http://schemas.openxmlformats.org/officeDocument/2006/relationships/hyperlink" Target="Instructor Progress Final Assessment Grams Files/Gram 19/Lofar 1 Loop 1.glc" TargetMode="External"/><Relationship Id="rId4" Type="http://schemas.openxmlformats.org/officeDocument/2006/relationships/hyperlink" Target="Instructor Progress Final Assessment Grams Files/Gram 19/Lofar 2 Loop 1.glc" TargetMode="External"/><Relationship Id="rId5" Type="http://schemas.openxmlformats.org/officeDocument/2006/relationships/hyperlink" Target="Instructor Progress Final Assessment Grams Files/Gram 22/Analysis Sheet.docx" TargetMode="External"/><Relationship Id="rId6" Type="http://schemas.openxmlformats.org/officeDocument/2006/relationships/hyperlink" Target="Instructor Progress Final Assessment Grams Files/Gram 22/Lofar 1 Loop 1.glc" TargetMode="External"/><Relationship Id="rId7" Type="http://schemas.openxmlformats.org/officeDocument/2006/relationships/hyperlink" Target="Instructor Progress Final Assessment Grams Files/Gram 23/Analysis Sheet.docx" TargetMode="External"/><Relationship Id="rId8" Type="http://schemas.openxmlformats.org/officeDocument/2006/relationships/hyperlink" Target="Instructor Progress Final Assessment Grams Files/Gram 23/Lofar 1 I.glc" TargetMode="External"/><Relationship Id="rId9" Type="http://schemas.openxmlformats.org/officeDocument/2006/relationships/hyperlink" Target="Instructor Progress Final Assessment Grams Files/Gram 23/Lofar 2_a.glc" TargetMode="External"/><Relationship Id="rId10" Type="http://schemas.openxmlformats.org/officeDocument/2006/relationships/hyperlink" Target="Instructor Progress Final Assessment Grams Files/Gram 23/Lofar 3_a.glc" TargetMode="External"/><Relationship Id="rId11" Type="http://schemas.openxmlformats.org/officeDocument/2006/relationships/hyperlink" Target="Instructor Progress Final Assessment Grams Files/Gram 25/Analysis.png" TargetMode="External"/><Relationship Id="rId12" Type="http://schemas.openxmlformats.org/officeDocument/2006/relationships/hyperlink" Target="Instructor Progress Final Assessment Grams Files/Gram 25/Lofar 1_b.glc" TargetMode="External"/><Relationship Id="rId13" Type="http://schemas.openxmlformats.org/officeDocument/2006/relationships/hyperlink" Target="Instructor Progress Final Assessment Grams Files/Gram 25/Lofar 2 I.glc" TargetMode="External"/><Relationship Id="rId14" Type="http://schemas.openxmlformats.org/officeDocument/2006/relationships/hyperlink" Target="Instructor Progress Final Assessment Grams Files/Gram 25/Lofar 3 Loop 1.glc" TargetMode="External"/><Relationship Id="rId15" Type="http://schemas.openxmlformats.org/officeDocument/2006/relationships/hyperlink" Target="Instructor Progress Final Assessment Grams Files/Gram 26/Analysis.png" TargetMode="External"/><Relationship Id="rId16" Type="http://schemas.openxmlformats.org/officeDocument/2006/relationships/hyperlink" Target="Instructor Progress Final Assessment Grams Files/Gram 26/Lofar 1 I.glc" TargetMode="External"/><Relationship Id="rId17" Type="http://schemas.openxmlformats.org/officeDocument/2006/relationships/hyperlink" Target="Instructor Progress Final Assessment Grams Files/Gram 27/Analysis.png" TargetMode="External"/><Relationship Id="rId18" Type="http://schemas.openxmlformats.org/officeDocument/2006/relationships/hyperlink" Target="Instructor Progress Final Assessment Grams Files/Gram 27/Lofar 1_b.glc" TargetMode="External"/><Relationship Id="rId19" Type="http://schemas.openxmlformats.org/officeDocument/2006/relationships/hyperlink" Target="Instructor Progress Final Assessment Grams Files/Gram 27/Lofar 2 ABC.glc" TargetMode="External"/><Relationship Id="rId20" Type="http://schemas.openxmlformats.org/officeDocument/2006/relationships/hyperlink" Target="Instructor Progress Final Assessment Grams Files/Gram 27/Lofar 3 Loop 1.glc" TargetMode="External"/><Relationship Id="rId21" Type="http://schemas.openxmlformats.org/officeDocument/2006/relationships/hyperlink" Target="Instructor Progress Final Assessment Grams Files/Gram 28/Analysis.png" TargetMode="External"/><Relationship Id="rId22" Type="http://schemas.openxmlformats.org/officeDocument/2006/relationships/hyperlink" Target="Instructor Progress Final Assessment Grams Files/Gram 28/Lofar 1_a.glc" TargetMode="External"/><Relationship Id="rId23" Type="http://schemas.openxmlformats.org/officeDocument/2006/relationships/hyperlink" Target="Instructor Progress Final Assessment Grams Files/Gram 28/Lofar 2 Loop 2.glc" TargetMode="External"/><Relationship Id="rId24" Type="http://schemas.openxmlformats.org/officeDocument/2006/relationships/hyperlink" Target="Instructor Progress Final Assessment Grams Files/Gram 29/Analysis Sheet.docx" TargetMode="External"/><Relationship Id="rId25" Type="http://schemas.openxmlformats.org/officeDocument/2006/relationships/hyperlink" Target="Instructor Progress Final Assessment Grams Files/Gram 29/Lofar 1 Loop 2.glc" TargetMode="External"/><Relationship Id="rId26" Type="http://schemas.openxmlformats.org/officeDocument/2006/relationships/hyperlink" Target="Instructor Progress Final Assessment Grams Files/Gram 30/Analysis Sheet.docx" TargetMode="External"/><Relationship Id="rId27" Type="http://schemas.openxmlformats.org/officeDocument/2006/relationships/hyperlink" Target="Instructor Progress Final Assessment Grams Files/Gram 30/Lofar 1_b.glc" TargetMode="External"/><Relationship Id="rId28" Type="http://schemas.openxmlformats.org/officeDocument/2006/relationships/hyperlink" Target="Instructor Progress Final Assessment Grams Files/Gram 31/Analysis.png" TargetMode="External"/><Relationship Id="rId29" Type="http://schemas.openxmlformats.org/officeDocument/2006/relationships/hyperlink" Target="Instructor Progress Final Assessment Grams Files/Gram 31/Lofar 1 Loop 1.glc" TargetMode="External"/><Relationship Id="rId30" Type="http://schemas.openxmlformats.org/officeDocument/2006/relationships/hyperlink" Target="Instructor Progress Final Assessment Grams Files/Gram 31/Lofar 2_b.glc" TargetMode="External"/><Relationship Id="rId31" Type="http://schemas.openxmlformats.org/officeDocument/2006/relationships/hyperlink" Target="Instructor Progress Final Assessment Grams Files/Gram 31/Lofar 3 I.glc" TargetMode="External"/><Relationship Id="rId32" Type="http://schemas.openxmlformats.org/officeDocument/2006/relationships/hyperlink" Target="Instructor Progress Final Assessment Grams Files/Gram 31/Lofar 4.glc" TargetMode="External"/><Relationship Id="rId33" Type="http://schemas.openxmlformats.org/officeDocument/2006/relationships/hyperlink" Target="Instructor Progress Final Assessment Grams Files/Gram 33/Analysis.png" TargetMode="External"/><Relationship Id="rId34" Type="http://schemas.openxmlformats.org/officeDocument/2006/relationships/hyperlink" Target="Instructor Progress Final Assessment Grams Files/Gram 33/Lofar 1 Loop 1.glc" TargetMode="External"/><Relationship Id="rId35" Type="http://schemas.openxmlformats.org/officeDocument/2006/relationships/hyperlink" Target="Instructor Progress Final Assessment Grams Files/Gram 33/Lofar 2_b.glc" TargetMode="External"/><Relationship Id="rId36" Type="http://schemas.openxmlformats.org/officeDocument/2006/relationships/hyperlink" Target="Instructor Progress Final Assessment Grams Files/Gram 33/Lofar 3 I.glc" TargetMode="External"/><Relationship Id="rId37" Type="http://schemas.openxmlformats.org/officeDocument/2006/relationships/hyperlink" Target="Instructor Progress Final Assessment Grams Files/Gram 34/Analysis Sheet.docx" TargetMode="External"/><Relationship Id="rId38" Type="http://schemas.openxmlformats.org/officeDocument/2006/relationships/hyperlink" Target="Instructor Progress Final Assessment Grams Files/Gram 34/Lofar 1 ABC.glc" TargetMode="External"/><Relationship Id="rId39" Type="http://schemas.openxmlformats.org/officeDocument/2006/relationships/hyperlink" Target="Instructor Progress Final Assessment Grams Files/Gram 34/Lofar 2 Loop 2.glc" TargetMode="External"/><Relationship Id="rId40" Type="http://schemas.openxmlformats.org/officeDocument/2006/relationships/hyperlink" Target="Instructor Progress Final Assessment Grams Files/Gram 34/Lofar 3 Loop 1.glc" TargetMode="External"/><Relationship Id="rId41" Type="http://schemas.openxmlformats.org/officeDocument/2006/relationships/hyperlink" Target="Instructor Progress Final Assessment Grams Files/Gram 35/Analysis Sheet.docx" TargetMode="External"/><Relationship Id="rId42" Type="http://schemas.openxmlformats.org/officeDocument/2006/relationships/hyperlink" Target="Instructor Progress Final Assessment Grams Files/Gram 35/Lofar 1.glc" TargetMode="External"/><Relationship Id="rId43" Type="http://schemas.openxmlformats.org/officeDocument/2006/relationships/hyperlink" Target="Instructor Progress Final Assessment Grams Files/Gram 35/Lofar 2_b.glc" TargetMode="External"/><Relationship Id="rId44" Type="http://schemas.openxmlformats.org/officeDocument/2006/relationships/hyperlink" Target="Instructor Progress Final Assessment Grams Files/Gram 35/Lofar 3 ABC.glc" TargetMode="External"/><Relationship Id="rId45" Type="http://schemas.openxmlformats.org/officeDocument/2006/relationships/hyperlink" Target="Instructor Progress Final Assessment Grams Files/Gram 35/Lofar 4 Loop 2.glc" TargetMode="External"/><Relationship Id="rId46" Type="http://schemas.openxmlformats.org/officeDocument/2006/relationships/hyperlink" Target="Instructor Progress Final Assessment Grams Files/Gram 36/Analysis Sheet.docx" TargetMode="External"/><Relationship Id="rId47" Type="http://schemas.openxmlformats.org/officeDocument/2006/relationships/hyperlink" Target="Instructor Progress Final Assessment Grams Files/Gram 36/Lofar 1 ABC.glc" TargetMode="External"/><Relationship Id="rId48" Type="http://schemas.openxmlformats.org/officeDocument/2006/relationships/hyperlink" Target="Instructor Progress Final Assessment Grams Files/Gram 37/Analysis Sheet.docx" TargetMode="External"/><Relationship Id="rId49" Type="http://schemas.openxmlformats.org/officeDocument/2006/relationships/hyperlink" Target="Instructor Progress Final Assessment Grams Files/Gram 37/Lofar 1_b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Final Assessment Grams Files/Gram 38/Analysis Sheet.docx" TargetMode="External"/><Relationship Id="rId3" Type="http://schemas.openxmlformats.org/officeDocument/2006/relationships/hyperlink" Target="Instructor Progress Final Assessment Grams Files/Gram 38/Lofar 1 Loop 1.glc" TargetMode="External"/><Relationship Id="rId4" Type="http://schemas.openxmlformats.org/officeDocument/2006/relationships/hyperlink" Target="Instructor Progress Final Assessment Grams Files/Gram 39/Analysis.png" TargetMode="External"/><Relationship Id="rId5" Type="http://schemas.openxmlformats.org/officeDocument/2006/relationships/hyperlink" Target="Instructor Progress Final Assessment Grams Files/Gram 39/Lofar 1 Loop 2.glc" TargetMode="External"/><Relationship Id="rId6" Type="http://schemas.openxmlformats.org/officeDocument/2006/relationships/hyperlink" Target="Instructor Progress Final Assessment Grams Files/Gram 39/Lofar 2 I.glc" TargetMode="External"/><Relationship Id="rId7" Type="http://schemas.openxmlformats.org/officeDocument/2006/relationships/hyperlink" Target="Instructor Progress Final Assessment Grams Files/Gram 39/Lofar 3 Loop 2.glc" TargetMode="External"/><Relationship Id="rId8" Type="http://schemas.openxmlformats.org/officeDocument/2006/relationships/hyperlink" Target="Instructor Progress Final Assessment Grams Files/Gram 40/Analysis.png" TargetMode="External"/><Relationship Id="rId9" Type="http://schemas.openxmlformats.org/officeDocument/2006/relationships/hyperlink" Target="Instructor Progress Final Assessment Grams Files/Gram 40/Lofar 1_a.glc" TargetMode="External"/><Relationship Id="rId10" Type="http://schemas.openxmlformats.org/officeDocument/2006/relationships/hyperlink" Target="Instructor Progress Final Assessment Grams Files/Gram 41/Analysis.png" TargetMode="External"/><Relationship Id="rId11" Type="http://schemas.openxmlformats.org/officeDocument/2006/relationships/hyperlink" Target="Instructor Progress Final Assessment Grams Files/Gram 41/Lofar 1 I.glc" TargetMode="External"/><Relationship Id="rId12" Type="http://schemas.openxmlformats.org/officeDocument/2006/relationships/hyperlink" Target="Instructor Progress Final Assessment Grams Files/Gram 41/Lofar 2_b.glc" TargetMode="External"/><Relationship Id="rId13" Type="http://schemas.openxmlformats.org/officeDocument/2006/relationships/hyperlink" Target="Instructor Progress Final Assessment Grams Files/Gram 42/Analysis.png" TargetMode="External"/><Relationship Id="rId14" Type="http://schemas.openxmlformats.org/officeDocument/2006/relationships/hyperlink" Target="Instructor Progress Final Assessment Grams Files/Gram 42/Lofar 1.glc" TargetMode="External"/><Relationship Id="rId15" Type="http://schemas.openxmlformats.org/officeDocument/2006/relationships/hyperlink" Target="Instructor Progress Final Assessment Grams Files/Gram 42/Lofar 2 Loop 2.glc" TargetMode="External"/><Relationship Id="rId16" Type="http://schemas.openxmlformats.org/officeDocument/2006/relationships/hyperlink" Target="Instructor Progress Final Assessment Grams Files/Gram 43/Analysis.png" TargetMode="External"/><Relationship Id="rId17" Type="http://schemas.openxmlformats.org/officeDocument/2006/relationships/hyperlink" Target="Instructor Progress Final Assessment Grams Files/Gram 43/Lofar 1 ABC.glc" TargetMode="External"/><Relationship Id="rId18" Type="http://schemas.openxmlformats.org/officeDocument/2006/relationships/hyperlink" Target="Instructor Progress Final Assessment Grams Files/Gram 43/Lofar 2_a.glc" TargetMode="External"/><Relationship Id="rId19" Type="http://schemas.openxmlformats.org/officeDocument/2006/relationships/hyperlink" Target="Instructor Progress Final Assessment Grams Files/Gram 43/Lofar 3.glc" TargetMode="External"/><Relationship Id="rId20" Type="http://schemas.openxmlformats.org/officeDocument/2006/relationships/hyperlink" Target="Instructor Progress Final Assessment Grams Files/Gram 43/Lofar 4 Loop 2.glc" TargetMode="External"/><Relationship Id="rId21" Type="http://schemas.openxmlformats.org/officeDocument/2006/relationships/hyperlink" Target="Instructor Progress Final Assessment Grams Files/Gram 44/Analysis Sheet.docx" TargetMode="External"/><Relationship Id="rId22" Type="http://schemas.openxmlformats.org/officeDocument/2006/relationships/hyperlink" Target="Instructor Progress Final Assessment Grams Files/Gram 44/Lofar 1.glc" TargetMode="External"/><Relationship Id="rId23" Type="http://schemas.openxmlformats.org/officeDocument/2006/relationships/hyperlink" Target="Instructor Progress Final Assessment Grams Files/Gram 44/Lofar 2_a.glc" TargetMode="External"/><Relationship Id="rId24" Type="http://schemas.openxmlformats.org/officeDocument/2006/relationships/hyperlink" Target="Instructor Progress Final Assessment Grams Files/Gram 44/Lofar 3_b.glc" TargetMode="External"/><Relationship Id="rId25" Type="http://schemas.openxmlformats.org/officeDocument/2006/relationships/hyperlink" Target="Instructor Progress Final Assessment Grams Files/Gram 44/Lofar 4 Loop 2.glc" TargetMode="External"/><Relationship Id="rId26" Type="http://schemas.openxmlformats.org/officeDocument/2006/relationships/hyperlink" Target="Instructor Progress Final Assessment Grams Files/Gram 46/Analysis Sheet.docx" TargetMode="External"/><Relationship Id="rId27" Type="http://schemas.openxmlformats.org/officeDocument/2006/relationships/hyperlink" Target="Instructor Progress Final Assessment Grams Files/Gram 46/Lofar 1_a.glc" TargetMode="External"/><Relationship Id="rId28" Type="http://schemas.openxmlformats.org/officeDocument/2006/relationships/hyperlink" Target="Instructor Progress Final Assessment Grams Files/Gram 46/Lofar 2 I.glc" TargetMode="External"/><Relationship Id="rId29" Type="http://schemas.openxmlformats.org/officeDocument/2006/relationships/hyperlink" Target="Instructor Progress Final Assessment Grams Files/Gram 47/Analysis Sheet.docx" TargetMode="External"/><Relationship Id="rId30" Type="http://schemas.openxmlformats.org/officeDocument/2006/relationships/hyperlink" Target="Instructor Progress Final Assessment Grams Files/Gram 47/Lofar 1 ABC.glc" TargetMode="External"/><Relationship Id="rId31" Type="http://schemas.openxmlformats.org/officeDocument/2006/relationships/hyperlink" Target="Instructor Progress Final Assessment Grams Files/Gram 48/Analysis.png" TargetMode="External"/><Relationship Id="rId32" Type="http://schemas.openxmlformats.org/officeDocument/2006/relationships/hyperlink" Target="Instructor Progress Final Assessment Grams Files/Gram 48/Lofar 1 Loop 1.glc" TargetMode="External"/><Relationship Id="rId33" Type="http://schemas.openxmlformats.org/officeDocument/2006/relationships/hyperlink" Target="Instructor Progress Final Assessment Grams Files/Gram 48/Lofar 2 Loop 2.gl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Final Assessment Grams — Page 1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TIE Bomber, Category 3, Tatooine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/>
          <p:cNvSpPr/>
          <p:nvPr>
            <a:hlinkClick r:id="rId4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Sovereign-class, Category 1, Tatooine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  <a:p>
            <a:r>
              <a:rPr sz="800">
                <a:hlinkClick r:id="rId6"/>
              </a:rPr>
              <a:t>Lofar 2</a:t>
            </a:r>
          </a:p>
          <a:p>
            <a:r>
              <a:rPr sz="800">
                <a:hlinkClick r:id="rId7"/>
              </a:rPr>
              <a:t>Lofar 3</a:t>
            </a:r>
          </a:p>
        </p:txBody>
      </p:sp>
      <p:sp>
        <p:nvSpPr>
          <p:cNvPr id="7" name="Rounded Rectangle 6"/>
          <p:cNvSpPr/>
          <p:nvPr>
            <a:hlinkClick r:id="rId8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FR TIE Fighter, Category 4, Mustafar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  <a:p>
            <a:r>
              <a:rPr sz="800">
                <a:hlinkClick r:id="rId10"/>
              </a:rPr>
              <a:t>Lofar 2</a:t>
            </a:r>
          </a:p>
          <a:p>
            <a:r>
              <a:rPr sz="800">
                <a:hlinkClick r:id="rId11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2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Intrepid-class, Category 4, Mustafar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  <a:p>
            <a:r>
              <a:rPr sz="800">
                <a:hlinkClick r:id="rId14"/>
              </a:rPr>
              <a:t>Lofar 2</a:t>
            </a:r>
          </a:p>
          <a:p>
            <a:r>
              <a:rPr sz="800">
                <a:hlinkClick r:id="rId15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6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Discovery, Category 1, Dagobah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18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Miranda-class contact bearing 288, codename Dank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  <a:p>
            <a:r>
              <a:rPr sz="800">
                <a:hlinkClick r:id="rId21"/>
              </a:rPr>
              <a:t>Lofar 3</a:t>
            </a:r>
          </a:p>
          <a:p>
            <a:r>
              <a:rPr sz="800">
                <a:hlinkClick r:id="rId22"/>
              </a:rPr>
              <a:t>Lofar 4</a:t>
            </a:r>
          </a:p>
        </p:txBody>
      </p:sp>
      <p:sp>
        <p:nvSpPr>
          <p:cNvPr id="15" name="Rounded Rectangle 14"/>
          <p:cNvSpPr/>
          <p:nvPr>
            <a:hlinkClick r:id="rId23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Enterprise contact bearing 084, codename Yavin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</p:txBody>
      </p:sp>
      <p:sp>
        <p:nvSpPr>
          <p:cNvPr id="17" name="Rounded Rectangle 16"/>
          <p:cNvSpPr/>
          <p:nvPr>
            <a:hlinkClick r:id="rId26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A-wing, Category 3, Risa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</p:txBody>
      </p:sp>
      <p:sp>
        <p:nvSpPr>
          <p:cNvPr id="19" name="Rounded Rectangle 18"/>
          <p:cNvSpPr/>
          <p:nvPr>
            <a:hlinkClick r:id="rId28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Star Destroyer, Category 1, Vulcan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30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Venator-class contact bearing 330, codename Dank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  <a:p>
            <a:r>
              <a:rPr sz="800">
                <a:hlinkClick r:id="rId34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35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Outrider, Category 1, Coruscant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</p:txBody>
      </p:sp>
      <p:sp>
        <p:nvSpPr>
          <p:cNvPr id="25" name="Rounded Rectangle 24"/>
          <p:cNvSpPr/>
          <p:nvPr>
            <a:hlinkClick r:id="rId39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Cerritos contact bearing 210, codename Betazed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  <a:p>
            <a:r>
              <a:rPr sz="800">
                <a:hlinkClick r:id="rId41"/>
              </a:rPr>
              <a:t>Lofar 2</a:t>
            </a:r>
          </a:p>
          <a:p>
            <a:r>
              <a:rPr sz="800">
                <a:hlinkClick r:id="rId42"/>
              </a:rPr>
              <a:t>Lofar 3</a:t>
            </a:r>
          </a:p>
          <a:p>
            <a:r>
              <a:rPr sz="800">
                <a:hlinkClick r:id="rId43"/>
              </a:rPr>
              <a:t>Lofar 4</a:t>
            </a:r>
          </a:p>
        </p:txBody>
      </p:sp>
      <p:sp>
        <p:nvSpPr>
          <p:cNvPr id="27" name="Rounded Rectangle 26"/>
          <p:cNvSpPr/>
          <p:nvPr>
            <a:hlinkClick r:id="rId44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Voyager, Category 1, Gandalf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47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Intrepid-class, Category 2, Tatooine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8"/>
              </a:rPr>
              <a:t>Lofar 1</a:t>
            </a:r>
          </a:p>
          <a:p>
            <a:r>
              <a:rPr sz="800">
                <a:hlinkClick r:id="rId49"/>
              </a:rPr>
              <a:t>Lofar 2</a:t>
            </a:r>
          </a:p>
          <a:p>
            <a:r>
              <a:rPr sz="800">
                <a:hlinkClick r:id="rId50"/>
              </a:rPr>
              <a:t>Lofar 3</a:t>
            </a:r>
          </a:p>
        </p:txBody>
      </p:sp>
      <p:sp>
        <p:nvSpPr>
          <p:cNvPr id="31" name="Rounded Rectangle 30"/>
          <p:cNvSpPr/>
          <p:nvPr>
            <a:hlinkClick r:id="rId51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B-wing, Category 3, Mustafar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2"/>
              </a:rPr>
              <a:t>Lofar 1</a:t>
            </a:r>
          </a:p>
          <a:p>
            <a:r>
              <a:rPr sz="800">
                <a:hlinkClick r:id="rId53"/>
              </a:rPr>
              <a:t>Lofar 2</a:t>
            </a:r>
          </a:p>
          <a:p>
            <a:r>
              <a:rPr sz="800">
                <a:hlinkClick r:id="rId54"/>
              </a:rPr>
              <a:t>Lofar 3</a:t>
            </a:r>
          </a:p>
          <a:p>
            <a:r>
              <a:rPr sz="800">
                <a:hlinkClick r:id="rId55"/>
              </a:rPr>
              <a:t>Lofar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Final Assessment Grams — Page 2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FR X-wing, Category 3, Dagobah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/>
          <p:cNvSpPr/>
          <p:nvPr>
            <a:hlinkClick r:id="rId5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FR Razor Crest, Category 4, Dank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7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Outrider, Category 3, Cardassia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1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Ghost, Category 3, Trill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  <a:p>
            <a:r>
              <a:rPr sz="800">
                <a:hlinkClick r:id="rId13"/>
              </a:rPr>
              <a:t>Lofar 2</a:t>
            </a:r>
          </a:p>
          <a:p>
            <a:r>
              <a:rPr sz="800">
                <a:hlinkClick r:id="rId14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5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Ghost, Category 1, Trill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17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Cerritos contact bearing 270, codename Vulcan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</p:txBody>
      </p:sp>
      <p:sp>
        <p:nvSpPr>
          <p:cNvPr id="15" name="Rounded Rectangle 14"/>
          <p:cNvSpPr/>
          <p:nvPr>
            <a:hlinkClick r:id="rId21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Defiant contact bearing 357, codename Vulcan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  <a:p>
            <a:r>
              <a:rPr sz="800">
                <a:hlinkClick r:id="rId23"/>
              </a:rPr>
              <a:t>Lofar 2</a:t>
            </a:r>
          </a:p>
        </p:txBody>
      </p:sp>
      <p:sp>
        <p:nvSpPr>
          <p:cNvPr id="17" name="Rounded Rectangle 16"/>
          <p:cNvSpPr/>
          <p:nvPr>
            <a:hlinkClick r:id="rId24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Imperial-class contact bearing 080, codename Gandalf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</p:txBody>
      </p:sp>
      <p:sp>
        <p:nvSpPr>
          <p:cNvPr id="19" name="Rounded Rectangle 18"/>
          <p:cNvSpPr/>
          <p:nvPr>
            <a:hlinkClick r:id="rId26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Excelsior contact bearing 009, codename Cardassia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28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FR Rebel One, Category 1, Endor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  <a:p>
            <a:r>
              <a:rPr sz="800">
                <a:hlinkClick r:id="rId30"/>
              </a:rPr>
              <a:t>Lofar 2</a:t>
            </a:r>
          </a:p>
          <a:p>
            <a:r>
              <a:rPr sz="800">
                <a:hlinkClick r:id="rId31"/>
              </a:rPr>
              <a:t>Lofar 3</a:t>
            </a:r>
          </a:p>
          <a:p>
            <a:r>
              <a:rPr sz="800">
                <a:hlinkClick r:id="rId32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33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Galaxy-class, Category 2, Mustafar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4"/>
              </a:rPr>
              <a:t>Lofar 1</a:t>
            </a:r>
          </a:p>
          <a:p>
            <a:r>
              <a:rPr sz="800">
                <a:hlinkClick r:id="rId35"/>
              </a:rPr>
              <a:t>Lofar 2</a:t>
            </a:r>
          </a:p>
          <a:p>
            <a:r>
              <a:rPr sz="800">
                <a:hlinkClick r:id="rId36"/>
              </a:rPr>
              <a:t>Lofar 3</a:t>
            </a:r>
          </a:p>
        </p:txBody>
      </p:sp>
      <p:sp>
        <p:nvSpPr>
          <p:cNvPr id="25" name="Rounded Rectangle 24"/>
          <p:cNvSpPr/>
          <p:nvPr>
            <a:hlinkClick r:id="rId37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Reliant contact bearing 192, codename Romulus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  <a:p>
            <a:r>
              <a:rPr sz="800">
                <a:hlinkClick r:id="rId40"/>
              </a:rPr>
              <a:t>Lofar 3</a:t>
            </a:r>
          </a:p>
        </p:txBody>
      </p:sp>
      <p:sp>
        <p:nvSpPr>
          <p:cNvPr id="27" name="Rounded Rectangle 26"/>
          <p:cNvSpPr/>
          <p:nvPr>
            <a:hlinkClick r:id="rId41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Imperial-class, Category 2, Bajor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  <a:p>
            <a:r>
              <a:rPr sz="800">
                <a:hlinkClick r:id="rId43"/>
              </a:rPr>
              <a:t>Lofar 2</a:t>
            </a:r>
          </a:p>
          <a:p>
            <a:r>
              <a:rPr sz="800">
                <a:hlinkClick r:id="rId44"/>
              </a:rPr>
              <a:t>Lofar 3</a:t>
            </a:r>
          </a:p>
          <a:p>
            <a:r>
              <a:rPr sz="800">
                <a:hlinkClick r:id="rId45"/>
              </a:rPr>
              <a:t>Lofar 4</a:t>
            </a:r>
          </a:p>
        </p:txBody>
      </p:sp>
      <p:sp>
        <p:nvSpPr>
          <p:cNvPr id="29" name="Rounded Rectangle 28"/>
          <p:cNvSpPr/>
          <p:nvPr>
            <a:hlinkClick r:id="rId46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Venator-class, Category 4, Defiant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48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37: FR Devastator, Category 2, Tatooine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9"/>
              </a:rPr>
              <a:t>Lofar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Final Assessment Grams — Page 3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38: FR Outrider, Category 3, Coruscant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/>
          <p:cNvSpPr/>
          <p:nvPr>
            <a:hlinkClick r:id="rId4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39: Galaxy-class contact bearing 083, codename Betazed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  <a:p>
            <a:r>
              <a:rPr sz="800">
                <a:hlinkClick r:id="rId6"/>
              </a:rPr>
              <a:t>Lofar 2</a:t>
            </a:r>
          </a:p>
          <a:p>
            <a:r>
              <a:rPr sz="800">
                <a:hlinkClick r:id="rId7"/>
              </a:rPr>
              <a:t>Lofar 3</a:t>
            </a:r>
          </a:p>
        </p:txBody>
      </p:sp>
      <p:sp>
        <p:nvSpPr>
          <p:cNvPr id="7" name="Rounded Rectangle 6"/>
          <p:cNvSpPr/>
          <p:nvPr>
            <a:hlinkClick r:id="rId8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40: FR Corellian Corvette, Category 1, Tantive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10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41: FR Millennium Falcon, Category 1, Gandalf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</p:txBody>
      </p:sp>
      <p:sp>
        <p:nvSpPr>
          <p:cNvPr id="11" name="Rounded Rectangle 10"/>
          <p:cNvSpPr/>
          <p:nvPr>
            <a:hlinkClick r:id="rId13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42: FR Venator-class, Category 2, Yavin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</p:txBody>
      </p:sp>
      <p:sp>
        <p:nvSpPr>
          <p:cNvPr id="13" name="Rounded Rectangle 12"/>
          <p:cNvSpPr/>
          <p:nvPr>
            <a:hlinkClick r:id="rId16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43: FR Excelsior, Category 4, Vulcan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  <a:p>
            <a:r>
              <a:rPr sz="800">
                <a:hlinkClick r:id="rId18"/>
              </a:rPr>
              <a:t>Lofar 2</a:t>
            </a:r>
          </a:p>
          <a:p>
            <a:r>
              <a:rPr sz="800">
                <a:hlinkClick r:id="rId19"/>
              </a:rPr>
              <a:t>Lofar 3</a:t>
            </a:r>
          </a:p>
          <a:p>
            <a:r>
              <a:rPr sz="800">
                <a:hlinkClick r:id="rId20"/>
              </a:rPr>
              <a:t>Lofar 4</a:t>
            </a:r>
          </a:p>
        </p:txBody>
      </p:sp>
      <p:sp>
        <p:nvSpPr>
          <p:cNvPr id="15" name="Rounded Rectangle 14"/>
          <p:cNvSpPr/>
          <p:nvPr>
            <a:hlinkClick r:id="rId21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44: B-wing contact bearing 024, codename Hoth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  <a:p>
            <a:r>
              <a:rPr sz="800">
                <a:hlinkClick r:id="rId23"/>
              </a:rPr>
              <a:t>Lofar 2</a:t>
            </a:r>
          </a:p>
          <a:p>
            <a:r>
              <a:rPr sz="800">
                <a:hlinkClick r:id="rId24"/>
              </a:rPr>
              <a:t>Lofar 3</a:t>
            </a:r>
          </a:p>
          <a:p>
            <a:r>
              <a:rPr sz="800">
                <a:hlinkClick r:id="rId25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6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46: Stargazer contact bearing 059, codename Hoth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  <a:p>
            <a:r>
              <a:rPr sz="800">
                <a:hlinkClick r:id="rId28"/>
              </a:rPr>
              <a:t>Lofar 2</a:t>
            </a:r>
          </a:p>
        </p:txBody>
      </p:sp>
      <p:sp>
        <p:nvSpPr>
          <p:cNvPr id="19" name="Rounded Rectangle 18"/>
          <p:cNvSpPr/>
          <p:nvPr>
            <a:hlinkClick r:id="rId29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47: FR Discovery, Category 4, Risa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31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48: FR Discovery, Category 4, Kronos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