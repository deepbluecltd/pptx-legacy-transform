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/Analysis Sheet.docx" TargetMode="External"/><Relationship Id="rId3" Type="http://schemas.openxmlformats.org/officeDocument/2006/relationships/hyperlink" Target="Instructor Week 1 Grams Files/Gram 1/Lofar 1_b.glc" TargetMode="External"/><Relationship Id="rId4" Type="http://schemas.openxmlformats.org/officeDocument/2006/relationships/hyperlink" Target="Instructor Week 1 Grams Files/Gram 2/Analysis.png" TargetMode="External"/><Relationship Id="rId5" Type="http://schemas.openxmlformats.org/officeDocument/2006/relationships/hyperlink" Target="Instructor Week 1 Grams Files/Gram 2/Lofar 1.glc" TargetMode="External"/><Relationship Id="rId6" Type="http://schemas.openxmlformats.org/officeDocument/2006/relationships/hyperlink" Target="Instructor Week 1 Grams Files/Gram 2/Lofar 2_a.glc" TargetMode="External"/><Relationship Id="rId7" Type="http://schemas.openxmlformats.org/officeDocument/2006/relationships/hyperlink" Target="Instructor Week 1 Grams Files/Gram 2/Lofar 3 Loop 2.glc" TargetMode="External"/><Relationship Id="rId8" Type="http://schemas.openxmlformats.org/officeDocument/2006/relationships/hyperlink" Target="Instructor Week 1 Grams Files/Gram 2/Lofar 4 I.glc" TargetMode="External"/><Relationship Id="rId9" Type="http://schemas.openxmlformats.org/officeDocument/2006/relationships/hyperlink" Target="Instructor Week 1 Grams Files/Gram 3/Analysis.png" TargetMode="External"/><Relationship Id="rId10" Type="http://schemas.openxmlformats.org/officeDocument/2006/relationships/hyperlink" Target="Instructor Week 1 Grams Files/Gram 3/Lofar 1 Loop 2.glc" TargetMode="External"/><Relationship Id="rId11" Type="http://schemas.openxmlformats.org/officeDocument/2006/relationships/hyperlink" Target="Instructor Week 1 Grams Files/Gram 4/Analysis Sheet.docx" TargetMode="External"/><Relationship Id="rId12" Type="http://schemas.openxmlformats.org/officeDocument/2006/relationships/hyperlink" Target="Instructor Week 1 Grams Files/Gram 4/Lofar 1_b.glc" TargetMode="External"/><Relationship Id="rId13" Type="http://schemas.openxmlformats.org/officeDocument/2006/relationships/hyperlink" Target="Instructor Week 1 Grams Files/Gram 4/Lofar 2_b.glc" TargetMode="External"/><Relationship Id="rId14" Type="http://schemas.openxmlformats.org/officeDocument/2006/relationships/hyperlink" Target="Instructor Week 1 Grams Files/Gram 5/Analysis Sheet.docx" TargetMode="External"/><Relationship Id="rId15" Type="http://schemas.openxmlformats.org/officeDocument/2006/relationships/hyperlink" Target="Instructor Week 1 Grams Files/Gram 5/Lofar 1_a.glc" TargetMode="External"/><Relationship Id="rId16" Type="http://schemas.openxmlformats.org/officeDocument/2006/relationships/hyperlink" Target="Instructor Week 1 Grams Files/Gram 6/Analysis.png" TargetMode="External"/><Relationship Id="rId17" Type="http://schemas.openxmlformats.org/officeDocument/2006/relationships/hyperlink" Target="Instructor Week 1 Grams Files/Gram 6/Lofar 1_a.glc" TargetMode="External"/><Relationship Id="rId18" Type="http://schemas.openxmlformats.org/officeDocument/2006/relationships/hyperlink" Target="Instructor Week 1 Grams Files/Gram 6/Lofar 2_b.glc" TargetMode="External"/><Relationship Id="rId19" Type="http://schemas.openxmlformats.org/officeDocument/2006/relationships/hyperlink" Target="Instructor Week 1 Grams Files/Gram 6/Lofar 3 I.glc" TargetMode="External"/><Relationship Id="rId20" Type="http://schemas.openxmlformats.org/officeDocument/2006/relationships/hyperlink" Target="Instructor Week 1 Grams Files/Gram 7/Analysis Sheet.docx" TargetMode="External"/><Relationship Id="rId21" Type="http://schemas.openxmlformats.org/officeDocument/2006/relationships/hyperlink" Target="Instructor Week 1 Grams Files/Gram 7/Lofar 1 Loop 1.glc" TargetMode="External"/><Relationship Id="rId22" Type="http://schemas.openxmlformats.org/officeDocument/2006/relationships/hyperlink" Target="Instructor Week 1 Grams Files/Gram 8/Analysis.png" TargetMode="External"/><Relationship Id="rId23" Type="http://schemas.openxmlformats.org/officeDocument/2006/relationships/hyperlink" Target="Instructor Week 1 Grams Files/Gram 8/Lofar 1 Loop 1.glc" TargetMode="External"/><Relationship Id="rId24" Type="http://schemas.openxmlformats.org/officeDocument/2006/relationships/hyperlink" Target="Instructor Week 1 Grams Files/Gram 9/Analysis.png" TargetMode="External"/><Relationship Id="rId25" Type="http://schemas.openxmlformats.org/officeDocument/2006/relationships/hyperlink" Target="Instructor Week 1 Grams Files/Gram 9/Lofar 1 I.glc" TargetMode="External"/><Relationship Id="rId26" Type="http://schemas.openxmlformats.org/officeDocument/2006/relationships/hyperlink" Target="Instructor Week 1 Grams Files/Gram 9/Lofar 2.glc" TargetMode="External"/><Relationship Id="rId27" Type="http://schemas.openxmlformats.org/officeDocument/2006/relationships/hyperlink" Target="Instructor Week 1 Grams Files/Gram 9/Lofar 3_b.glc" TargetMode="External"/><Relationship Id="rId28" Type="http://schemas.openxmlformats.org/officeDocument/2006/relationships/hyperlink" Target="Instructor Week 1 Grams Files/Gram 9/Lofar 4 Loop 1.glc" TargetMode="External"/><Relationship Id="rId29" Type="http://schemas.openxmlformats.org/officeDocument/2006/relationships/hyperlink" Target="Instructor Week 1 Grams Files/Gram 11/Analysis Sheet.docx" TargetMode="External"/><Relationship Id="rId30" Type="http://schemas.openxmlformats.org/officeDocument/2006/relationships/hyperlink" Target="Instructor Week 1 Grams Files/Gram 11/Lofar 1.glc" TargetMode="External"/><Relationship Id="rId31" Type="http://schemas.openxmlformats.org/officeDocument/2006/relationships/hyperlink" Target="Instructor Week 1 Grams Files/Gram 13/Analysis Sheet.docx" TargetMode="External"/><Relationship Id="rId32" Type="http://schemas.openxmlformats.org/officeDocument/2006/relationships/hyperlink" Target="Instructor Week 1 Grams Files/Gram 13/Lofar 1 Loop 1.glc" TargetMode="External"/><Relationship Id="rId33" Type="http://schemas.openxmlformats.org/officeDocument/2006/relationships/hyperlink" Target="Instructor Week 1 Grams Files/Gram 13/Lofar 2 Loop 1.glc" TargetMode="External"/><Relationship Id="rId34" Type="http://schemas.openxmlformats.org/officeDocument/2006/relationships/hyperlink" Target="Instructor Week 1 Grams Files/Gram 13/Lofar 3 ABC.glc" TargetMode="External"/><Relationship Id="rId35" Type="http://schemas.openxmlformats.org/officeDocument/2006/relationships/hyperlink" Target="Instructor Week 1 Grams Files/Gram 13/Lofar 4_a.glc" TargetMode="External"/><Relationship Id="rId36" Type="http://schemas.openxmlformats.org/officeDocument/2006/relationships/hyperlink" Target="Instructor Week 1 Grams Files/Gram 14/Analysis Sheet.docx" TargetMode="External"/><Relationship Id="rId37" Type="http://schemas.openxmlformats.org/officeDocument/2006/relationships/hyperlink" Target="Instructor Week 1 Grams Files/Gram 14/Lofar 1_b.glc" TargetMode="External"/><Relationship Id="rId38" Type="http://schemas.openxmlformats.org/officeDocument/2006/relationships/hyperlink" Target="Instructor Week 1 Grams Files/Gram 14/Lofar 2_b.glc" TargetMode="External"/><Relationship Id="rId39" Type="http://schemas.openxmlformats.org/officeDocument/2006/relationships/hyperlink" Target="Instructor Week 1 Grams Files/Gram 14/Lofar 3 I.glc" TargetMode="External"/><Relationship Id="rId40" Type="http://schemas.openxmlformats.org/officeDocument/2006/relationships/hyperlink" Target="Instructor Week 1 Grams Files/Gram 14/Lofar 4 ABC.glc" TargetMode="External"/><Relationship Id="rId41" Type="http://schemas.openxmlformats.org/officeDocument/2006/relationships/hyperlink" Target="Instructor Week 1 Grams Files/Gram 15/Analysis.png" TargetMode="External"/><Relationship Id="rId42" Type="http://schemas.openxmlformats.org/officeDocument/2006/relationships/hyperlink" Target="Instructor Week 1 Grams Files/Gram 15/Lofar 1 Loop 2.glc" TargetMode="External"/><Relationship Id="rId43" Type="http://schemas.openxmlformats.org/officeDocument/2006/relationships/hyperlink" Target="Instructor Week 1 Grams Files/Gram 15/Lofar 2.glc" TargetMode="External"/><Relationship Id="rId44" Type="http://schemas.openxmlformats.org/officeDocument/2006/relationships/hyperlink" Target="Instructor Week 1 Grams Files/Gram 15/Lofar 3.glc" TargetMode="External"/><Relationship Id="rId45" Type="http://schemas.openxmlformats.org/officeDocument/2006/relationships/hyperlink" Target="Instructor Week 1 Grams Files/Gram 16/Analysis Sheet.docx" TargetMode="External"/><Relationship Id="rId46" Type="http://schemas.openxmlformats.org/officeDocument/2006/relationships/hyperlink" Target="Instructor Week 1 Grams Files/Gram 16/Lofar 1_b.glc" TargetMode="External"/><Relationship Id="rId47" Type="http://schemas.openxmlformats.org/officeDocument/2006/relationships/hyperlink" Target="Instructor Week 1 Grams Files/Gram 16/Lofar 2_a.glc" TargetMode="External"/><Relationship Id="rId48" Type="http://schemas.openxmlformats.org/officeDocument/2006/relationships/hyperlink" Target="Instructor Week 1 Grams Files/Gram 16/Lofar 3 Loop 2.glc" TargetMode="External"/><Relationship Id="rId49" Type="http://schemas.openxmlformats.org/officeDocument/2006/relationships/hyperlink" Target="Instructor Week 1 Grams Files/Gram 17/Analysis.png" TargetMode="External"/><Relationship Id="rId50" Type="http://schemas.openxmlformats.org/officeDocument/2006/relationships/hyperlink" Target="Instructor Week 1 Grams Files/Gram 17/Lofar 1 Loop 2.glc" TargetMode="External"/><Relationship Id="rId51" Type="http://schemas.openxmlformats.org/officeDocument/2006/relationships/hyperlink" Target="Instructor Week 1 Grams Files/Gram 17/Lofar 2_a.glc" TargetMode="External"/><Relationship Id="rId52" Type="http://schemas.openxmlformats.org/officeDocument/2006/relationships/hyperlink" Target="Instructor Week 1 Grams Files/Gram 17/Lofar 3 Loop 1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19/Analysis.png" TargetMode="External"/><Relationship Id="rId3" Type="http://schemas.openxmlformats.org/officeDocument/2006/relationships/hyperlink" Target="Instructor Week 1 Grams Files/Gram 19/Lofar 1_a.glc" TargetMode="External"/><Relationship Id="rId4" Type="http://schemas.openxmlformats.org/officeDocument/2006/relationships/hyperlink" Target="Instructor Week 1 Grams Files/Gram 19/Lofar 2 I.glc" TargetMode="External"/><Relationship Id="rId5" Type="http://schemas.openxmlformats.org/officeDocument/2006/relationships/hyperlink" Target="Instructor Week 1 Grams Files/Gram 19/Lofar 3 Loop 1.glc" TargetMode="External"/><Relationship Id="rId6" Type="http://schemas.openxmlformats.org/officeDocument/2006/relationships/hyperlink" Target="Instructor Week 1 Grams Files/Gram 19/Lofar 4 Loop 2.glc" TargetMode="External"/><Relationship Id="rId7" Type="http://schemas.openxmlformats.org/officeDocument/2006/relationships/hyperlink" Target="Instructor Week 1 Grams Files/Gram 21/Analysis Sheet.docx" TargetMode="External"/><Relationship Id="rId8" Type="http://schemas.openxmlformats.org/officeDocument/2006/relationships/hyperlink" Target="Instructor Week 1 Grams Files/Gram 21/Lofar 1_a.glc" TargetMode="External"/><Relationship Id="rId9" Type="http://schemas.openxmlformats.org/officeDocument/2006/relationships/hyperlink" Target="Instructor Week 1 Grams Files/Gram 21/Lofar 2 I.glc" TargetMode="External"/><Relationship Id="rId10" Type="http://schemas.openxmlformats.org/officeDocument/2006/relationships/hyperlink" Target="Instructor Week 1 Grams Files/Gram 22/Analysis Sheet.docx" TargetMode="External"/><Relationship Id="rId11" Type="http://schemas.openxmlformats.org/officeDocument/2006/relationships/hyperlink" Target="Instructor Week 1 Grams Files/Gram 22/Lofar 1 ABC.glc" TargetMode="External"/><Relationship Id="rId12" Type="http://schemas.openxmlformats.org/officeDocument/2006/relationships/hyperlink" Target="Instructor Week 1 Grams Files/Gram 22/Lofar 2 Loop 2.glc" TargetMode="External"/><Relationship Id="rId13" Type="http://schemas.openxmlformats.org/officeDocument/2006/relationships/hyperlink" Target="Instructor Week 1 Grams Files/Gram 23/Analysis Sheet.docx" TargetMode="External"/><Relationship Id="rId14" Type="http://schemas.openxmlformats.org/officeDocument/2006/relationships/hyperlink" Target="Instructor Week 1 Grams Files/Gram 23/Lofar 1 Loop 1.glc" TargetMode="External"/><Relationship Id="rId15" Type="http://schemas.openxmlformats.org/officeDocument/2006/relationships/hyperlink" Target="Instructor Week 1 Grams Files/Gram 23/Lofar 2 ABC.glc" TargetMode="External"/><Relationship Id="rId16" Type="http://schemas.openxmlformats.org/officeDocument/2006/relationships/hyperlink" Target="Instructor Week 1 Grams Files/Gram 23/Lofar 3_a.glc" TargetMode="External"/><Relationship Id="rId17" Type="http://schemas.openxmlformats.org/officeDocument/2006/relationships/hyperlink" Target="Instructor Week 1 Grams Files/Gram 23/Lofar 4 I.glc" TargetMode="External"/><Relationship Id="rId18" Type="http://schemas.openxmlformats.org/officeDocument/2006/relationships/hyperlink" Target="Instructor Week 1 Grams Files/Gram 24/Analysis.png" TargetMode="External"/><Relationship Id="rId19" Type="http://schemas.openxmlformats.org/officeDocument/2006/relationships/hyperlink" Target="Instructor Week 1 Grams Files/Gram 24/Lofar 1 Loop 2.glc" TargetMode="External"/><Relationship Id="rId20" Type="http://schemas.openxmlformats.org/officeDocument/2006/relationships/hyperlink" Target="Instructor Week 1 Grams Files/Gram 24/Lofar 2_b.glc" TargetMode="External"/><Relationship Id="rId21" Type="http://schemas.openxmlformats.org/officeDocument/2006/relationships/hyperlink" Target="Instructor Week 1 Grams Files/Gram 25/Analysis Sheet.docx" TargetMode="External"/><Relationship Id="rId22" Type="http://schemas.openxmlformats.org/officeDocument/2006/relationships/hyperlink" Target="Instructor Week 1 Grams Files/Gram 25/Lofar 1 Loop 1.glc" TargetMode="External"/><Relationship Id="rId23" Type="http://schemas.openxmlformats.org/officeDocument/2006/relationships/hyperlink" Target="Instructor Week 1 Grams Files/Gram 25/Lofar 2 ABC.glc" TargetMode="External"/><Relationship Id="rId24" Type="http://schemas.openxmlformats.org/officeDocument/2006/relationships/hyperlink" Target="Instructor Week 1 Grams Files/Gram 25/Lofar 3 Loop 2.glc" TargetMode="External"/><Relationship Id="rId25" Type="http://schemas.openxmlformats.org/officeDocument/2006/relationships/hyperlink" Target="Instructor Week 1 Grams Files/Gram 26/Analysis.png" TargetMode="External"/><Relationship Id="rId26" Type="http://schemas.openxmlformats.org/officeDocument/2006/relationships/hyperlink" Target="Instructor Week 1 Grams Files/Gram 26/Lofar 1 I.glc" TargetMode="External"/><Relationship Id="rId27" Type="http://schemas.openxmlformats.org/officeDocument/2006/relationships/hyperlink" Target="Instructor Week 1 Grams Files/Gram 26/Lofar 2 ABC.glc" TargetMode="External"/><Relationship Id="rId28" Type="http://schemas.openxmlformats.org/officeDocument/2006/relationships/hyperlink" Target="Instructor Week 1 Grams Files/Gram 26/Lofar 3 I.glc" TargetMode="External"/><Relationship Id="rId29" Type="http://schemas.openxmlformats.org/officeDocument/2006/relationships/hyperlink" Target="Instructor Week 1 Grams Files/Gram 26/Lofar 4 I.glc" TargetMode="External"/><Relationship Id="rId30" Type="http://schemas.openxmlformats.org/officeDocument/2006/relationships/hyperlink" Target="Instructor Week 1 Grams Files/Gram 28/Analysis.png" TargetMode="External"/><Relationship Id="rId31" Type="http://schemas.openxmlformats.org/officeDocument/2006/relationships/hyperlink" Target="Instructor Week 1 Grams Files/Gram 28/Lofar 1 ABC.glc" TargetMode="External"/><Relationship Id="rId32" Type="http://schemas.openxmlformats.org/officeDocument/2006/relationships/hyperlink" Target="Instructor Week 1 Grams Files/Gram 28/Lofar 2_b.glc" TargetMode="External"/><Relationship Id="rId33" Type="http://schemas.openxmlformats.org/officeDocument/2006/relationships/hyperlink" Target="Instructor Week 1 Grams Files/Gram 28/Lofar 3 ABC.glc" TargetMode="External"/><Relationship Id="rId34" Type="http://schemas.openxmlformats.org/officeDocument/2006/relationships/hyperlink" Target="Instructor Week 1 Grams Files/Gram 30/Analysis.png" TargetMode="External"/><Relationship Id="rId35" Type="http://schemas.openxmlformats.org/officeDocument/2006/relationships/hyperlink" Target="Instructor Week 1 Grams Files/Gram 30/Lofar 1 I.glc" TargetMode="External"/><Relationship Id="rId36" Type="http://schemas.openxmlformats.org/officeDocument/2006/relationships/hyperlink" Target="Instructor Week 1 Grams Files/Gram 30/Lofar 2_b.glc" TargetMode="External"/><Relationship Id="rId37" Type="http://schemas.openxmlformats.org/officeDocument/2006/relationships/hyperlink" Target="Instructor Week 1 Grams Files/Gram 30/Lofar 3 I.glc" TargetMode="External"/><Relationship Id="rId38" Type="http://schemas.openxmlformats.org/officeDocument/2006/relationships/hyperlink" Target="Instructor Week 1 Grams Files/Gram 31/Analysis.png" TargetMode="External"/><Relationship Id="rId39" Type="http://schemas.openxmlformats.org/officeDocument/2006/relationships/hyperlink" Target="Instructor Week 1 Grams Files/Gram 31/Lofar 1 Loop 2.glc" TargetMode="External"/><Relationship Id="rId40" Type="http://schemas.openxmlformats.org/officeDocument/2006/relationships/hyperlink" Target="Instructor Week 1 Grams Files/Gram 31/Lofar 2 ABC.glc" TargetMode="External"/><Relationship Id="rId41" Type="http://schemas.openxmlformats.org/officeDocument/2006/relationships/hyperlink" Target="Instructor Week 1 Grams Files/Gram 32/Analysis.png" TargetMode="External"/><Relationship Id="rId42" Type="http://schemas.openxmlformats.org/officeDocument/2006/relationships/hyperlink" Target="Instructor Week 1 Grams Files/Gram 32/Lofar 1 ABC.glc" TargetMode="External"/><Relationship Id="rId43" Type="http://schemas.openxmlformats.org/officeDocument/2006/relationships/hyperlink" Target="Instructor Week 1 Grams Files/Gram 32/Lofar 2.glc" TargetMode="External"/><Relationship Id="rId44" Type="http://schemas.openxmlformats.org/officeDocument/2006/relationships/hyperlink" Target="Instructor Week 1 Grams Files/Gram 33/Analysis Sheet.docx" TargetMode="External"/><Relationship Id="rId45" Type="http://schemas.openxmlformats.org/officeDocument/2006/relationships/hyperlink" Target="Instructor Week 1 Grams Files/Gram 33/Lofar 1 Loop 1.glc" TargetMode="External"/><Relationship Id="rId46" Type="http://schemas.openxmlformats.org/officeDocument/2006/relationships/hyperlink" Target="Instructor Week 1 Grams Files/Gram 35/Analysis.png" TargetMode="External"/><Relationship Id="rId47" Type="http://schemas.openxmlformats.org/officeDocument/2006/relationships/hyperlink" Target="Instructor Week 1 Grams Files/Gram 35/Lofar 1 Loop 2.glc" TargetMode="External"/><Relationship Id="rId48" Type="http://schemas.openxmlformats.org/officeDocument/2006/relationships/hyperlink" Target="Instructor Week 1 Grams Files/Gram 36/Analysis Sheet.docx" TargetMode="External"/><Relationship Id="rId49" Type="http://schemas.openxmlformats.org/officeDocument/2006/relationships/hyperlink" Target="Instructor Week 1 Grams Files/Gram 36/Lofar 1_b.glc" TargetMode="External"/><Relationship Id="rId50" Type="http://schemas.openxmlformats.org/officeDocument/2006/relationships/hyperlink" Target="Instructor Week 1 Grams Files/Gram 36/Lofar 2 Loop 2.glc" TargetMode="External"/><Relationship Id="rId51" Type="http://schemas.openxmlformats.org/officeDocument/2006/relationships/hyperlink" Target="Instructor Week 1 Grams Files/Gram 36/Lofar 3.glc" TargetMode="External"/><Relationship Id="rId52" Type="http://schemas.openxmlformats.org/officeDocument/2006/relationships/hyperlink" Target="Instructor Week 1 Grams Files/Gram 37/Analysis.png" TargetMode="External"/><Relationship Id="rId53" Type="http://schemas.openxmlformats.org/officeDocument/2006/relationships/hyperlink" Target="Instructor Week 1 Grams Files/Gram 37/Lofar 1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1 Grams Files/Gram 38/Analysis.png" TargetMode="External"/><Relationship Id="rId3" Type="http://schemas.openxmlformats.org/officeDocument/2006/relationships/hyperlink" Target="Instructor Week 1 Grams Files/Gram 38/Lofar 1 I.glc" TargetMode="External"/><Relationship Id="rId4" Type="http://schemas.openxmlformats.org/officeDocument/2006/relationships/hyperlink" Target="Instructor Week 1 Grams Files/Gram 38/Lofar 2_b.glc" TargetMode="External"/><Relationship Id="rId5" Type="http://schemas.openxmlformats.org/officeDocument/2006/relationships/hyperlink" Target="Instructor Week 1 Grams Files/Gram 38/Lofar 3 ABC.glc" TargetMode="External"/><Relationship Id="rId6" Type="http://schemas.openxmlformats.org/officeDocument/2006/relationships/hyperlink" Target="Instructor Week 1 Grams Files/Gram 38/Lofar 4 Loop 2.glc" TargetMode="External"/><Relationship Id="rId7" Type="http://schemas.openxmlformats.org/officeDocument/2006/relationships/hyperlink" Target="Instructor Week 1 Grams Files/Gram 39/Analysis.png" TargetMode="External"/><Relationship Id="rId8" Type="http://schemas.openxmlformats.org/officeDocument/2006/relationships/hyperlink" Target="Instructor Week 1 Grams Files/Gram 39/Lofar 1_b.glc" TargetMode="External"/><Relationship Id="rId9" Type="http://schemas.openxmlformats.org/officeDocument/2006/relationships/hyperlink" Target="Instructor Week 1 Grams Files/Gram 40/Analysis Sheet.docx" TargetMode="External"/><Relationship Id="rId10" Type="http://schemas.openxmlformats.org/officeDocument/2006/relationships/hyperlink" Target="Instructor Week 1 Grams Files/Gram 40/Lofar 1 Loop 1.glc" TargetMode="External"/><Relationship Id="rId11" Type="http://schemas.openxmlformats.org/officeDocument/2006/relationships/hyperlink" Target="Instructor Week 1 Grams Files/Gram 40/Lofar 2_b.glc" TargetMode="External"/><Relationship Id="rId12" Type="http://schemas.openxmlformats.org/officeDocument/2006/relationships/hyperlink" Target="Instructor Week 1 Grams Files/Gram 40/Lofar 3_b.glc" TargetMode="External"/><Relationship Id="rId13" Type="http://schemas.openxmlformats.org/officeDocument/2006/relationships/hyperlink" Target="Instructor Week 1 Grams Files/Gram 40/Lofar 4 Loop 2.glc" TargetMode="External"/><Relationship Id="rId14" Type="http://schemas.openxmlformats.org/officeDocument/2006/relationships/hyperlink" Target="Instructor Week 1 Grams Files/Gram 41/Analysis Sheet.docx" TargetMode="External"/><Relationship Id="rId15" Type="http://schemas.openxmlformats.org/officeDocument/2006/relationships/hyperlink" Target="Instructor Week 1 Grams Files/Gram 41/Lofar 1 ABC.glc" TargetMode="External"/><Relationship Id="rId16" Type="http://schemas.openxmlformats.org/officeDocument/2006/relationships/hyperlink" Target="Instructor Week 1 Grams Files/Gram 41/Lofar 2 I.glc" TargetMode="External"/><Relationship Id="rId17" Type="http://schemas.openxmlformats.org/officeDocument/2006/relationships/hyperlink" Target="Instructor Week 1 Grams Files/Gram 41/Lofar 3_b.glc" TargetMode="External"/><Relationship Id="rId18" Type="http://schemas.openxmlformats.org/officeDocument/2006/relationships/hyperlink" Target="Instructor Week 1 Grams Files/Gram 41/Lofar 4_a.glc" TargetMode="External"/><Relationship Id="rId19" Type="http://schemas.openxmlformats.org/officeDocument/2006/relationships/hyperlink" Target="Instructor Week 1 Grams Files/Gram 42/Analysis Sheet.docx" TargetMode="External"/><Relationship Id="rId20" Type="http://schemas.openxmlformats.org/officeDocument/2006/relationships/hyperlink" Target="Instructor Week 1 Grams Files/Gram 42/Lofar 1 I.glc" TargetMode="External"/><Relationship Id="rId21" Type="http://schemas.openxmlformats.org/officeDocument/2006/relationships/hyperlink" Target="Instructor Week 1 Grams Files/Gram 42/Lofar 2 I.glc" TargetMode="External"/><Relationship Id="rId22" Type="http://schemas.openxmlformats.org/officeDocument/2006/relationships/hyperlink" Target="Instructor Week 1 Grams Files/Gram 42/Lofar 3 Loop 1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Week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Tantive IV,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  <a:p>
            <a:r>
              <a:rPr sz="800">
                <a:hlinkClick r:id="rId8"/>
              </a:rPr>
              <a:t>Lofar 4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Sovereign-class, Category 4, Defiant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3,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</p:txBody>
      </p:sp>
      <p:sp>
        <p:nvSpPr>
          <p:cNvPr id="11" name="Rounded Rectangle 10">
            <a:hlinkClick r:id="rId14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Y-wing, Category 3,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Constitution-class, Category 2,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</p:txBody>
      </p:sp>
      <p:sp>
        <p:nvSpPr>
          <p:cNvPr id="15" name="Rounded Rectangle 14">
            <a:hlinkClick r:id="rId2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Lambda Shuttle contact bearing 152, codename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7" name="Rounded Rectangle 16">
            <a:hlinkClick r:id="rId22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Y-wing, Category 1, Betazed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9" name="Rounded Rectangle 18">
            <a:hlinkClick r:id="rId24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Venator-class, Category 4,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21" name="Rounded Rectangle 20">
            <a:hlinkClick r:id="rId29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Sovereign-class, Category 4, Bespin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3" name="Rounded Rectangle 22">
            <a:hlinkClick r:id="rId31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Razor Crest contact bearing 010, codename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  <a:p>
            <a:r>
              <a:rPr sz="800">
                <a:hlinkClick r:id="rId35"/>
              </a:rPr>
              <a:t>Lofar 4</a:t>
            </a:r>
          </a:p>
        </p:txBody>
      </p:sp>
      <p:sp>
        <p:nvSpPr>
          <p:cNvPr id="25" name="Rounded Rectangle 24">
            <a:hlinkClick r:id="rId36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Defiant-class, Category 3,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  <a:p>
            <a:r>
              <a:rPr sz="800">
                <a:hlinkClick r:id="rId39"/>
              </a:rPr>
              <a:t>Lofar 3</a:t>
            </a:r>
          </a:p>
          <a:p>
            <a:r>
              <a:rPr sz="800">
                <a:hlinkClick r:id="rId40"/>
              </a:rPr>
              <a:t>Lofar 4</a:t>
            </a:r>
          </a:p>
        </p:txBody>
      </p:sp>
      <p:sp>
        <p:nvSpPr>
          <p:cNvPr id="27" name="Rounded Rectangle 26">
            <a:hlinkClick r:id="rId41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Acclamator-class, Category 3, Dank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9" name="Rounded Rectangle 28">
            <a:hlinkClick r:id="rId45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Reliant, Category 1, Dank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31" name="Rounded Rectangle 30">
            <a:hlinkClick r:id="rId49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Y-wing, Category 4,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TIE Bomber, Category 4, Kobol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Venator-class, Category 4,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Intrepid-class, Category 1,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Voyager, Category 4, Defiant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  <a:p>
            <a:r>
              <a:rPr sz="800">
                <a:hlinkClick r:id="rId17"/>
              </a:rPr>
              <a:t>Lofar 4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Tantive IV, Category 4,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</p:txBody>
      </p:sp>
      <p:sp>
        <p:nvSpPr>
          <p:cNvPr id="13" name="Rounded Rectangle 12">
            <a:hlinkClick r:id="rId21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Nebula-class contact bearing 065, codename Tantive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5" name="Rounded Rectangle 14">
            <a:hlinkClick r:id="rId25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Nebula-class contact bearing 271, codename Trill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7" name="Rounded Rectangle 16">
            <a:hlinkClick r:id="rId30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Sovereign-class contact bearing 118, codename Yavin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19" name="Rounded Rectangle 18">
            <a:hlinkClick r:id="rId34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Y-wing, Category 3,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</p:txBody>
      </p:sp>
      <p:sp>
        <p:nvSpPr>
          <p:cNvPr id="21" name="Rounded Rectangle 20">
            <a:hlinkClick r:id="rId38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Nebula-class, Category 3, Bajor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</p:txBody>
      </p:sp>
      <p:sp>
        <p:nvSpPr>
          <p:cNvPr id="23" name="Rounded Rectangle 22">
            <a:hlinkClick r:id="rId41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</p:txBody>
      </p:sp>
      <p:sp>
        <p:nvSpPr>
          <p:cNvPr id="25" name="Rounded Rectangle 24">
            <a:hlinkClick r:id="rId44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A-wing, Category 4, Defiant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7" name="Rounded Rectangle 26">
            <a:hlinkClick r:id="rId4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Reliant contact bearing 251, codename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</p:txBody>
      </p:sp>
      <p:sp>
        <p:nvSpPr>
          <p:cNvPr id="29" name="Rounded Rectangle 28">
            <a:hlinkClick r:id="rId48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Sovereign-class, Category 2,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</p:txBody>
      </p:sp>
      <p:sp>
        <p:nvSpPr>
          <p:cNvPr id="31" name="Rounded Rectangle 30">
            <a:hlinkClick r:id="rId52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Akira-class, Category 4,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1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Razor Crest, Category 3,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Slave I, Category 3, Kronos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Razor Crest, Category 3, Dank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Ghost contact bearing 208, codename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Acclamator-class, Category 2, Trill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Week 1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