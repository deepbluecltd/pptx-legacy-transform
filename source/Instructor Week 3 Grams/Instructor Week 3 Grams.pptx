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Instructor Week 3 Grams Files/Gram 1/Analysis Sheet.docx" TargetMode="External"/><Relationship Id="rId3" Type="http://schemas.openxmlformats.org/officeDocument/2006/relationships/hyperlink" Target="Instructor Week 3 Grams Files/Gram 1/Lofar 1 ABC.glc" TargetMode="External"/><Relationship Id="rId4" Type="http://schemas.openxmlformats.org/officeDocument/2006/relationships/hyperlink" Target="Instructor Week 3 Grams Files/Gram 1/Lofar 2 Loop 1.glc" TargetMode="External"/><Relationship Id="rId5" Type="http://schemas.openxmlformats.org/officeDocument/2006/relationships/hyperlink" Target="Instructor Week 3 Grams Files/Gram 1/Lofar 3 I.glc" TargetMode="External"/><Relationship Id="rId6" Type="http://schemas.openxmlformats.org/officeDocument/2006/relationships/hyperlink" Target="Instructor Week 3 Grams Files/Gram 2/Analysis.png" TargetMode="External"/><Relationship Id="rId7" Type="http://schemas.openxmlformats.org/officeDocument/2006/relationships/hyperlink" Target="Instructor Week 3 Grams Files/Gram 2/Lofar 1.glc" TargetMode="External"/><Relationship Id="rId8" Type="http://schemas.openxmlformats.org/officeDocument/2006/relationships/hyperlink" Target="Instructor Week 3 Grams Files/Gram 2/Lofar 2_a.glc" TargetMode="External"/><Relationship Id="rId9" Type="http://schemas.openxmlformats.org/officeDocument/2006/relationships/hyperlink" Target="Instructor Week 3 Grams Files/Gram 3/Analysis.png" TargetMode="External"/><Relationship Id="rId10" Type="http://schemas.openxmlformats.org/officeDocument/2006/relationships/hyperlink" Target="Instructor Week 3 Grams Files/Gram 3/Lofar 1 Loop 2.glc" TargetMode="External"/><Relationship Id="rId11" Type="http://schemas.openxmlformats.org/officeDocument/2006/relationships/hyperlink" Target="Instructor Week 3 Grams Files/Gram 3/Lofar 2_b.glc" TargetMode="External"/><Relationship Id="rId12" Type="http://schemas.openxmlformats.org/officeDocument/2006/relationships/hyperlink" Target="Instructor Week 3 Grams Files/Gram 3/Lofar 3_b.glc" TargetMode="External"/><Relationship Id="rId13" Type="http://schemas.openxmlformats.org/officeDocument/2006/relationships/hyperlink" Target="Instructor Week 3 Grams Files/Gram 4/Analysis.png" TargetMode="External"/><Relationship Id="rId14" Type="http://schemas.openxmlformats.org/officeDocument/2006/relationships/hyperlink" Target="Instructor Week 3 Grams Files/Gram 4/Lofar 1.glc" TargetMode="External"/><Relationship Id="rId15" Type="http://schemas.openxmlformats.org/officeDocument/2006/relationships/hyperlink" Target="Instructor Week 3 Grams Files/Gram 4/Lofar 2 Loop 1.glc" TargetMode="External"/><Relationship Id="rId16" Type="http://schemas.openxmlformats.org/officeDocument/2006/relationships/hyperlink" Target="Instructor Week 3 Grams Files/Gram 4/Lofar 3_b.glc" TargetMode="External"/><Relationship Id="rId17" Type="http://schemas.openxmlformats.org/officeDocument/2006/relationships/hyperlink" Target="Instructor Week 3 Grams Files/Gram 4/Lofar 4 Loop 2.glc" TargetMode="External"/><Relationship Id="rId18" Type="http://schemas.openxmlformats.org/officeDocument/2006/relationships/hyperlink" Target="Instructor Week 3 Grams Files/Gram 5/Analysis Sheet.docx" TargetMode="External"/><Relationship Id="rId19" Type="http://schemas.openxmlformats.org/officeDocument/2006/relationships/hyperlink" Target="Instructor Week 3 Grams Files/Gram 5/Lofar 1_a.glc" TargetMode="External"/><Relationship Id="rId20" Type="http://schemas.openxmlformats.org/officeDocument/2006/relationships/hyperlink" Target="Instructor Week 3 Grams Files/Gram 5/Lofar 2_a.glc" TargetMode="External"/><Relationship Id="rId21" Type="http://schemas.openxmlformats.org/officeDocument/2006/relationships/hyperlink" Target="Instructor Week 3 Grams Files/Gram 5/Lofar 3 ABC.glc" TargetMode="External"/><Relationship Id="rId22" Type="http://schemas.openxmlformats.org/officeDocument/2006/relationships/hyperlink" Target="Instructor Week 3 Grams Files/Gram 5/Lofar 4_b.glc" TargetMode="External"/><Relationship Id="rId23" Type="http://schemas.openxmlformats.org/officeDocument/2006/relationships/hyperlink" Target="Instructor Week 3 Grams Files/Gram 6/Analysis Sheet.docx" TargetMode="External"/><Relationship Id="rId24" Type="http://schemas.openxmlformats.org/officeDocument/2006/relationships/hyperlink" Target="Instructor Week 3 Grams Files/Gram 6/Lofar 1 ABC.glc" TargetMode="External"/><Relationship Id="rId25" Type="http://schemas.openxmlformats.org/officeDocument/2006/relationships/hyperlink" Target="Instructor Week 3 Grams Files/Gram 9/Analysis Sheet.docx" TargetMode="External"/><Relationship Id="rId26" Type="http://schemas.openxmlformats.org/officeDocument/2006/relationships/hyperlink" Target="Instructor Week 3 Grams Files/Gram 9/Lofar 1 ABC.glc" TargetMode="External"/><Relationship Id="rId27" Type="http://schemas.openxmlformats.org/officeDocument/2006/relationships/hyperlink" Target="Instructor Week 3 Grams Files/Gram 9/Lofar 2_a.glc" TargetMode="External"/><Relationship Id="rId28" Type="http://schemas.openxmlformats.org/officeDocument/2006/relationships/hyperlink" Target="Instructor Week 3 Grams Files/Gram 11/Analysis Sheet.docx" TargetMode="External"/><Relationship Id="rId29" Type="http://schemas.openxmlformats.org/officeDocument/2006/relationships/hyperlink" Target="Instructor Week 3 Grams Files/Gram 11/Lofar 1_b.glc" TargetMode="External"/><Relationship Id="rId30" Type="http://schemas.openxmlformats.org/officeDocument/2006/relationships/hyperlink" Target="Instructor Week 3 Grams Files/Gram 11/Lofar 2 Loop 2.glc" TargetMode="External"/><Relationship Id="rId31" Type="http://schemas.openxmlformats.org/officeDocument/2006/relationships/hyperlink" Target="Instructor Week 3 Grams Files/Gram 12/Analysis Sheet.docx" TargetMode="External"/><Relationship Id="rId32" Type="http://schemas.openxmlformats.org/officeDocument/2006/relationships/hyperlink" Target="Instructor Week 3 Grams Files/Gram 12/Lofar 1_b.glc" TargetMode="External"/><Relationship Id="rId33" Type="http://schemas.openxmlformats.org/officeDocument/2006/relationships/hyperlink" Target="Instructor Week 3 Grams Files/Gram 12/Lofar 2 ABC.glc" TargetMode="External"/><Relationship Id="rId34" Type="http://schemas.openxmlformats.org/officeDocument/2006/relationships/hyperlink" Target="Instructor Week 3 Grams Files/Gram 12/Lofar 3.glc" TargetMode="External"/><Relationship Id="rId35" Type="http://schemas.openxmlformats.org/officeDocument/2006/relationships/hyperlink" Target="Instructor Week 3 Grams Files/Gram 13/Analysis Sheet.docx" TargetMode="External"/><Relationship Id="rId36" Type="http://schemas.openxmlformats.org/officeDocument/2006/relationships/hyperlink" Target="Instructor Week 3 Grams Files/Gram 13/Lofar 1 Loop 2.glc" TargetMode="External"/><Relationship Id="rId37" Type="http://schemas.openxmlformats.org/officeDocument/2006/relationships/hyperlink" Target="Instructor Week 3 Grams Files/Gram 13/Lofar 2 I.glc" TargetMode="External"/><Relationship Id="rId38" Type="http://schemas.openxmlformats.org/officeDocument/2006/relationships/hyperlink" Target="Instructor Week 3 Grams Files/Gram 13/Lofar 3 ABC.glc" TargetMode="External"/><Relationship Id="rId39" Type="http://schemas.openxmlformats.org/officeDocument/2006/relationships/hyperlink" Target="Instructor Week 3 Grams Files/Gram 13/Lofar 4 Loop 2.glc" TargetMode="External"/><Relationship Id="rId40" Type="http://schemas.openxmlformats.org/officeDocument/2006/relationships/hyperlink" Target="Instructor Week 3 Grams Files/Gram 15/Analysis Sheet.docx" TargetMode="External"/><Relationship Id="rId41" Type="http://schemas.openxmlformats.org/officeDocument/2006/relationships/hyperlink" Target="Instructor Week 3 Grams Files/Gram 15/Lofar 1 Loop 1.glc" TargetMode="External"/><Relationship Id="rId42" Type="http://schemas.openxmlformats.org/officeDocument/2006/relationships/hyperlink" Target="Instructor Week 3 Grams Files/Gram 15/Lofar 2_a.glc" TargetMode="External"/><Relationship Id="rId43" Type="http://schemas.openxmlformats.org/officeDocument/2006/relationships/hyperlink" Target="Instructor Week 3 Grams Files/Gram 15/Lofar 3_a.glc" TargetMode="External"/><Relationship Id="rId44" Type="http://schemas.openxmlformats.org/officeDocument/2006/relationships/hyperlink" Target="Instructor Week 3 Grams Files/Gram 15/Lofar 4 Loop 1.glc" TargetMode="External"/><Relationship Id="rId45" Type="http://schemas.openxmlformats.org/officeDocument/2006/relationships/hyperlink" Target="Instructor Week 3 Grams Files/Gram 17/Analysis Sheet.docx" TargetMode="External"/><Relationship Id="rId46" Type="http://schemas.openxmlformats.org/officeDocument/2006/relationships/hyperlink" Target="Instructor Week 3 Grams Files/Gram 17/Lofar 1_a.glc" TargetMode="External"/><Relationship Id="rId47" Type="http://schemas.openxmlformats.org/officeDocument/2006/relationships/hyperlink" Target="Instructor Week 3 Grams Files/Gram 17/Lofar 2 Loop 1.glc" TargetMode="External"/><Relationship Id="rId48" Type="http://schemas.openxmlformats.org/officeDocument/2006/relationships/hyperlink" Target="Instructor Week 3 Grams Files/Gram 17/Lofar 3_b.glc" TargetMode="External"/><Relationship Id="rId49" Type="http://schemas.openxmlformats.org/officeDocument/2006/relationships/hyperlink" Target="Instructor Week 3 Grams Files/Gram 17/Lofar 4 ABC.glc" TargetMode="External"/><Relationship Id="rId50" Type="http://schemas.openxmlformats.org/officeDocument/2006/relationships/hyperlink" Target="Instructor Week 3 Grams Files/Gram 18/Analysis.png" TargetMode="External"/><Relationship Id="rId51" Type="http://schemas.openxmlformats.org/officeDocument/2006/relationships/hyperlink" Target="Instructor Week 3 Grams Files/Gram 18/Lofar 1.glc" TargetMode="External"/><Relationship Id="rId52" Type="http://schemas.openxmlformats.org/officeDocument/2006/relationships/hyperlink" Target="Instructor Week 3 Grams Files/Gram 19/Analysis.png" TargetMode="External"/><Relationship Id="rId53" Type="http://schemas.openxmlformats.org/officeDocument/2006/relationships/hyperlink" Target="Instructor Week 3 Grams Files/Gram 19/Lofar 1 Loop 1.glc" TargetMode="External"/><Relationship Id="rId54" Type="http://schemas.openxmlformats.org/officeDocument/2006/relationships/hyperlink" Target="Instructor Week 3 Grams Files/Gram 19/Lofar 2.glc" TargetMode="External"/><Relationship Id="rId55" Type="http://schemas.openxmlformats.org/officeDocument/2006/relationships/hyperlink" Target="Instructor Week 3 Grams Files/Gram 19/Lofar 3 ABC.glc" TargetMode="External"/><Relationship Id="rId56" Type="http://schemas.openxmlformats.org/officeDocument/2006/relationships/hyperlink" Target="Instructor Week 3 Grams Files/Gram 19/Lofar 4.glc" TargetMode="External"/><Relationship Id="rId57" Type="http://schemas.openxmlformats.org/officeDocument/2006/relationships/hyperlink" Target="Instructor Week 3 Grams Files/Gram 20/Analysis.png" TargetMode="External"/><Relationship Id="rId58" Type="http://schemas.openxmlformats.org/officeDocument/2006/relationships/hyperlink" Target="Instructor Week 3 Grams Files/Gram 20/Lofar 1 Loop 1.glc" TargetMode="External"/><Relationship Id="rId59" Type="http://schemas.openxmlformats.org/officeDocument/2006/relationships/hyperlink" Target="Instructor Week 3 Grams Files/Gram 20/Lofar 2 ABC.glc" TargetMode="External"/><Relationship Id="rId60" Type="http://schemas.openxmlformats.org/officeDocument/2006/relationships/hyperlink" Target="Instructor Week 3 Grams Files/Gram 20/Lofar 3.glc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Instructor Week 3 Grams Files/Gram 21/Analysis.png" TargetMode="External"/><Relationship Id="rId3" Type="http://schemas.openxmlformats.org/officeDocument/2006/relationships/hyperlink" Target="Instructor Week 3 Grams Files/Gram 21/Lofar 1 ABC.glc" TargetMode="External"/><Relationship Id="rId4" Type="http://schemas.openxmlformats.org/officeDocument/2006/relationships/hyperlink" Target="Instructor Week 3 Grams Files/Gram 21/Lofar 2 ABC.glc" TargetMode="External"/><Relationship Id="rId5" Type="http://schemas.openxmlformats.org/officeDocument/2006/relationships/hyperlink" Target="Instructor Week 3 Grams Files/Gram 21/Lofar 3.glc" TargetMode="External"/><Relationship Id="rId6" Type="http://schemas.openxmlformats.org/officeDocument/2006/relationships/hyperlink" Target="Instructor Week 3 Grams Files/Gram 21/Lofar 4 ABC.glc" TargetMode="External"/><Relationship Id="rId7" Type="http://schemas.openxmlformats.org/officeDocument/2006/relationships/hyperlink" Target="Instructor Week 3 Grams Files/Gram 22/Analysis Sheet.docx" TargetMode="External"/><Relationship Id="rId8" Type="http://schemas.openxmlformats.org/officeDocument/2006/relationships/hyperlink" Target="Instructor Week 3 Grams Files/Gram 22/Lofar 1 ABC.glc" TargetMode="External"/><Relationship Id="rId9" Type="http://schemas.openxmlformats.org/officeDocument/2006/relationships/hyperlink" Target="Instructor Week 3 Grams Files/Gram 23/Analysis.png" TargetMode="External"/><Relationship Id="rId10" Type="http://schemas.openxmlformats.org/officeDocument/2006/relationships/hyperlink" Target="Instructor Week 3 Grams Files/Gram 23/Lofar 1 Loop 1.glc" TargetMode="External"/><Relationship Id="rId11" Type="http://schemas.openxmlformats.org/officeDocument/2006/relationships/hyperlink" Target="Instructor Week 3 Grams Files/Gram 25/Analysis Sheet.docx" TargetMode="External"/><Relationship Id="rId12" Type="http://schemas.openxmlformats.org/officeDocument/2006/relationships/hyperlink" Target="Instructor Week 3 Grams Files/Gram 25/Lofar 1 Loop 1.glc" TargetMode="External"/><Relationship Id="rId13" Type="http://schemas.openxmlformats.org/officeDocument/2006/relationships/hyperlink" Target="Instructor Week 3 Grams Files/Gram 25/Lofar 2 ABC.glc" TargetMode="External"/><Relationship Id="rId14" Type="http://schemas.openxmlformats.org/officeDocument/2006/relationships/hyperlink" Target="Instructor Week 3 Grams Files/Gram 25/Lofar 3 Loop 1.glc" TargetMode="External"/><Relationship Id="rId15" Type="http://schemas.openxmlformats.org/officeDocument/2006/relationships/hyperlink" Target="Instructor Week 3 Grams Files/Gram 25/Lofar 4_b.glc" TargetMode="External"/><Relationship Id="rId16" Type="http://schemas.openxmlformats.org/officeDocument/2006/relationships/hyperlink" Target="Instructor Week 3 Grams Files/Gram 26/Analysis.png" TargetMode="External"/><Relationship Id="rId17" Type="http://schemas.openxmlformats.org/officeDocument/2006/relationships/hyperlink" Target="Instructor Week 3 Grams Files/Gram 26/Lofar 1_a.glc" TargetMode="External"/><Relationship Id="rId18" Type="http://schemas.openxmlformats.org/officeDocument/2006/relationships/hyperlink" Target="Instructor Week 3 Grams Files/Gram 26/Lofar 2 Loop 2.glc" TargetMode="External"/><Relationship Id="rId19" Type="http://schemas.openxmlformats.org/officeDocument/2006/relationships/hyperlink" Target="Instructor Week 3 Grams Files/Gram 26/Lofar 3_b.glc" TargetMode="External"/><Relationship Id="rId20" Type="http://schemas.openxmlformats.org/officeDocument/2006/relationships/hyperlink" Target="Instructor Week 3 Grams Files/Gram 26/Lofar 4_a.glc" TargetMode="External"/><Relationship Id="rId21" Type="http://schemas.openxmlformats.org/officeDocument/2006/relationships/hyperlink" Target="Instructor Week 3 Grams Files/Gram 27/Analysis Sheet.docx" TargetMode="External"/><Relationship Id="rId22" Type="http://schemas.openxmlformats.org/officeDocument/2006/relationships/hyperlink" Target="Instructor Week 3 Grams Files/Gram 27/Lofar 1 Loop 2.glc" TargetMode="External"/><Relationship Id="rId23" Type="http://schemas.openxmlformats.org/officeDocument/2006/relationships/hyperlink" Target="Instructor Week 3 Grams Files/Gram 27/Lofar 2.glc" TargetMode="External"/><Relationship Id="rId24" Type="http://schemas.openxmlformats.org/officeDocument/2006/relationships/hyperlink" Target="Instructor Week 3 Grams Files/Gram 29/Analysis Sheet.docx" TargetMode="External"/><Relationship Id="rId25" Type="http://schemas.openxmlformats.org/officeDocument/2006/relationships/hyperlink" Target="Instructor Week 3 Grams Files/Gram 29/Lofar 1 ABC.glc" TargetMode="External"/><Relationship Id="rId26" Type="http://schemas.openxmlformats.org/officeDocument/2006/relationships/hyperlink" Target="Instructor Week 3 Grams Files/Gram 29/Lofar 2_a.glc" TargetMode="External"/><Relationship Id="rId27" Type="http://schemas.openxmlformats.org/officeDocument/2006/relationships/hyperlink" Target="Instructor Week 3 Grams Files/Gram 29/Lofar 3 I.glc" TargetMode="External"/><Relationship Id="rId28" Type="http://schemas.openxmlformats.org/officeDocument/2006/relationships/hyperlink" Target="Instructor Week 3 Grams Files/Gram 29/Lofar 4 Loop 1.glc" TargetMode="External"/><Relationship Id="rId29" Type="http://schemas.openxmlformats.org/officeDocument/2006/relationships/hyperlink" Target="Instructor Week 3 Grams Files/Gram 30/Analysis.png" TargetMode="External"/><Relationship Id="rId30" Type="http://schemas.openxmlformats.org/officeDocument/2006/relationships/hyperlink" Target="Instructor Week 3 Grams Files/Gram 30/Lofar 1 Loop 2.glc" TargetMode="External"/><Relationship Id="rId31" Type="http://schemas.openxmlformats.org/officeDocument/2006/relationships/hyperlink" Target="Instructor Week 3 Grams Files/Gram 30/Lofar 2 I.glc" TargetMode="External"/><Relationship Id="rId32" Type="http://schemas.openxmlformats.org/officeDocument/2006/relationships/hyperlink" Target="Instructor Week 3 Grams Files/Gram 31/Analysis Sheet.docx" TargetMode="External"/><Relationship Id="rId33" Type="http://schemas.openxmlformats.org/officeDocument/2006/relationships/hyperlink" Target="Instructor Week 3 Grams Files/Gram 31/Lofar 1.glc" TargetMode="External"/><Relationship Id="rId34" Type="http://schemas.openxmlformats.org/officeDocument/2006/relationships/hyperlink" Target="Instructor Week 3 Grams Files/Gram 31/Lofar 2.glc" TargetMode="External"/><Relationship Id="rId35" Type="http://schemas.openxmlformats.org/officeDocument/2006/relationships/hyperlink" Target="Instructor Week 3 Grams Files/Gram 32/Analysis.png" TargetMode="External"/><Relationship Id="rId36" Type="http://schemas.openxmlformats.org/officeDocument/2006/relationships/hyperlink" Target="Instructor Week 3 Grams Files/Gram 32/Lofar 1_b.glc" TargetMode="External"/><Relationship Id="rId37" Type="http://schemas.openxmlformats.org/officeDocument/2006/relationships/hyperlink" Target="Instructor Week 3 Grams Files/Gram 32/Lofar 2_b.glc" TargetMode="External"/><Relationship Id="rId38" Type="http://schemas.openxmlformats.org/officeDocument/2006/relationships/hyperlink" Target="Instructor Week 3 Grams Files/Gram 32/Lofar 3 ABC.glc" TargetMode="External"/><Relationship Id="rId39" Type="http://schemas.openxmlformats.org/officeDocument/2006/relationships/hyperlink" Target="Instructor Week 3 Grams Files/Gram 32/Lofar 4 Loop 2.glc" TargetMode="External"/><Relationship Id="rId40" Type="http://schemas.openxmlformats.org/officeDocument/2006/relationships/hyperlink" Target="Instructor Week 3 Grams Files/Gram 33/Analysis.png" TargetMode="External"/><Relationship Id="rId41" Type="http://schemas.openxmlformats.org/officeDocument/2006/relationships/hyperlink" Target="Instructor Week 3 Grams Files/Gram 33/Lofar 1.glc" TargetMode="External"/><Relationship Id="rId42" Type="http://schemas.openxmlformats.org/officeDocument/2006/relationships/hyperlink" Target="Instructor Week 3 Grams Files/Gram 34/Analysis Sheet.docx" TargetMode="External"/><Relationship Id="rId43" Type="http://schemas.openxmlformats.org/officeDocument/2006/relationships/hyperlink" Target="Instructor Week 3 Grams Files/Gram 34/Lofar 1.glc" TargetMode="External"/><Relationship Id="rId44" Type="http://schemas.openxmlformats.org/officeDocument/2006/relationships/hyperlink" Target="Instructor Week 3 Grams Files/Gram 34/Lofar 2_a.glc" TargetMode="External"/><Relationship Id="rId45" Type="http://schemas.openxmlformats.org/officeDocument/2006/relationships/hyperlink" Target="Instructor Week 3 Grams Files/Gram 34/Lofar 3.glc" TargetMode="External"/><Relationship Id="rId46" Type="http://schemas.openxmlformats.org/officeDocument/2006/relationships/hyperlink" Target="Instructor Week 3 Grams Files/Gram 35/Analysis Sheet.docx" TargetMode="External"/><Relationship Id="rId47" Type="http://schemas.openxmlformats.org/officeDocument/2006/relationships/hyperlink" Target="Instructor Week 3 Grams Files/Gram 35/Lofar 1_a.glc" TargetMode="External"/><Relationship Id="rId48" Type="http://schemas.openxmlformats.org/officeDocument/2006/relationships/hyperlink" Target="Instructor Week 3 Grams Files/Gram 35/Lofar 2 Loop 1.glc" TargetMode="External"/><Relationship Id="rId49" Type="http://schemas.openxmlformats.org/officeDocument/2006/relationships/hyperlink" Target="Instructor Week 3 Grams Files/Gram 36/Analysis Sheet.docx" TargetMode="External"/><Relationship Id="rId50" Type="http://schemas.openxmlformats.org/officeDocument/2006/relationships/hyperlink" Target="Instructor Week 3 Grams Files/Gram 36/Lofar 1 ABC.glc" TargetMode="External"/><Relationship Id="rId51" Type="http://schemas.openxmlformats.org/officeDocument/2006/relationships/hyperlink" Target="Instructor Week 3 Grams Files/Gram 36/Lofar 2 I.glc" TargetMode="External"/><Relationship Id="rId52" Type="http://schemas.openxmlformats.org/officeDocument/2006/relationships/hyperlink" Target="Instructor Week 3 Grams Files/Gram 36/Lofar 3_b.glc" TargetMode="External"/><Relationship Id="rId53" Type="http://schemas.openxmlformats.org/officeDocument/2006/relationships/hyperlink" Target="Instructor Week 3 Grams Files/Gram 36/Lofar 4 ABC.glc" TargetMode="External"/><Relationship Id="rId54" Type="http://schemas.openxmlformats.org/officeDocument/2006/relationships/hyperlink" Target="Instructor Week 3 Grams Files/Gram 37/Analysis Sheet.docx" TargetMode="External"/><Relationship Id="rId55" Type="http://schemas.openxmlformats.org/officeDocument/2006/relationships/hyperlink" Target="Instructor Week 3 Grams Files/Gram 37/Lofar 1_b.glc" TargetMode="External"/><Relationship Id="rId56" Type="http://schemas.openxmlformats.org/officeDocument/2006/relationships/hyperlink" Target="Instructor Week 3 Grams Files/Gram 37/Lofar 2 I.glc" TargetMode="External"/><Relationship Id="rId57" Type="http://schemas.openxmlformats.org/officeDocument/2006/relationships/hyperlink" Target="Instructor Week 3 Grams Files/Gram 37/Lofar 3 I.glc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Instructor Week 3 Grams Files/Gram 38/Analysis.png" TargetMode="External"/><Relationship Id="rId3" Type="http://schemas.openxmlformats.org/officeDocument/2006/relationships/hyperlink" Target="Instructor Week 3 Grams Files/Gram 38/Lofar 1 I.glc" TargetMode="External"/><Relationship Id="rId4" Type="http://schemas.openxmlformats.org/officeDocument/2006/relationships/hyperlink" Target="Instructor Week 3 Grams Files/Gram 38/Lofar 2 Loop 2.glc" TargetMode="External"/><Relationship Id="rId5" Type="http://schemas.openxmlformats.org/officeDocument/2006/relationships/hyperlink" Target="Instructor Week 3 Grams Files/Gram 39/Analysis Sheet.docx" TargetMode="External"/><Relationship Id="rId6" Type="http://schemas.openxmlformats.org/officeDocument/2006/relationships/hyperlink" Target="Instructor Week 3 Grams Files/Gram 39/Lofar 1 Loop 1.glc" TargetMode="External"/><Relationship Id="rId7" Type="http://schemas.openxmlformats.org/officeDocument/2006/relationships/hyperlink" Target="Instructor Week 3 Grams Files/Gram 39/Lofar 2 I.glc" TargetMode="External"/><Relationship Id="rId8" Type="http://schemas.openxmlformats.org/officeDocument/2006/relationships/hyperlink" Target="Instructor Week 3 Grams Files/Gram 39/Lofar 3_a.glc" TargetMode="External"/><Relationship Id="rId9" Type="http://schemas.openxmlformats.org/officeDocument/2006/relationships/hyperlink" Target="Instructor Week 3 Grams Files/Gram 39/Lofar 4_a.glc" TargetMode="External"/><Relationship Id="rId10" Type="http://schemas.openxmlformats.org/officeDocument/2006/relationships/hyperlink" Target="Instructor Week 3 Grams Files/Gram 40/Analysis.png" TargetMode="External"/><Relationship Id="rId11" Type="http://schemas.openxmlformats.org/officeDocument/2006/relationships/hyperlink" Target="Instructor Week 3 Grams Files/Gram 40/Lofar 1 Loop 1.glc" TargetMode="External"/><Relationship Id="rId12" Type="http://schemas.openxmlformats.org/officeDocument/2006/relationships/hyperlink" Target="Instructor Week 3 Grams Files/Gram 40/Lofar 2 Loop 1.glc" TargetMode="External"/><Relationship Id="rId13" Type="http://schemas.openxmlformats.org/officeDocument/2006/relationships/hyperlink" Target="Instructor Week 3 Grams Files/Gram 40/Lofar 3 I.glc" TargetMode="External"/><Relationship Id="rId14" Type="http://schemas.openxmlformats.org/officeDocument/2006/relationships/hyperlink" Target="Instructor Week 3 Grams Files/Gram 40/Lofar 4 Loop 2.glc" TargetMode="External"/><Relationship Id="rId15" Type="http://schemas.openxmlformats.org/officeDocument/2006/relationships/hyperlink" Target="Instructor Week 3 Grams Files/Gram 41/Analysis Sheet.docx" TargetMode="External"/><Relationship Id="rId16" Type="http://schemas.openxmlformats.org/officeDocument/2006/relationships/hyperlink" Target="Instructor Week 3 Grams Files/Gram 41/Lofar 1_a.glc" TargetMode="External"/><Relationship Id="rId17" Type="http://schemas.openxmlformats.org/officeDocument/2006/relationships/hyperlink" Target="Instructor Week 3 Grams Files/Gram 41/Lofar 2 ABC.glc" TargetMode="External"/><Relationship Id="rId18" Type="http://schemas.openxmlformats.org/officeDocument/2006/relationships/hyperlink" Target="Instructor Week 3 Grams Files/Gram 41/Lofar 3 ABC.glc" TargetMode="External"/><Relationship Id="rId19" Type="http://schemas.openxmlformats.org/officeDocument/2006/relationships/hyperlink" Target="Instructor Week 3 Grams Files/Gram 42/Analysis.png" TargetMode="External"/><Relationship Id="rId20" Type="http://schemas.openxmlformats.org/officeDocument/2006/relationships/hyperlink" Target="Instructor Week 3 Grams Files/Gram 42/Lofar 1 Loop 2.glc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601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F3A5F"/>
                </a:solidFill>
              </a:rPr>
              <a:t>Welcome to Instructor Week 3 Grams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01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1F3A5F"/>
                </a:solidFill>
              </a:rPr>
              <a:t>Instructor Version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/>
          <a:lstStyle/>
          <a:p>
            <a:pPr algn="ctr"/>
            <a:r>
              <a:rPr sz="2000" b="1">
                <a:solidFill>
                  <a:srgbClr val="FFFFFF"/>
                </a:solidFill>
              </a:rPr>
              <a:t>Instructor Week 3 Grams — Page 1 of 3</a:t>
            </a:r>
          </a:p>
        </p:txBody>
      </p:sp>
      <p:sp>
        <p:nvSpPr>
          <p:cNvPr id="3" name="Rounded Rectangle 2"/>
          <p:cNvSpPr/>
          <p:nvPr>
            <a:hlinkClick r:id="rId2"/>
          </p:nvPr>
        </p:nvSpPr>
        <p:spPr>
          <a:xfrm>
            <a:off x="365760" y="73152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1: Intrepid-class contact bearing 127, codename Defiant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1556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3"/>
              </a:rPr>
              <a:t>Lofar 1</a:t>
            </a:r>
          </a:p>
          <a:p>
            <a:r>
              <a:rPr sz="800">
                <a:hlinkClick r:id="rId4"/>
              </a:rPr>
              <a:t>Lofar 2</a:t>
            </a:r>
          </a:p>
          <a:p>
            <a:r>
              <a:rPr sz="800">
                <a:hlinkClick r:id="rId5"/>
              </a:rPr>
              <a:t>Lofar 3</a:t>
            </a:r>
          </a:p>
        </p:txBody>
      </p:sp>
      <p:sp>
        <p:nvSpPr>
          <p:cNvPr id="5" name="Rounded Rectangle 4"/>
          <p:cNvSpPr/>
          <p:nvPr>
            <a:hlinkClick r:id="rId6"/>
          </p:nvPr>
        </p:nvSpPr>
        <p:spPr>
          <a:xfrm>
            <a:off x="2657246" y="73152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2: FR Miranda-class, Category 3, Tatooine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7246" y="111556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7"/>
              </a:rPr>
              <a:t>Lofar 1</a:t>
            </a:r>
          </a:p>
          <a:p>
            <a:r>
              <a:rPr sz="800">
                <a:hlinkClick r:id="rId8"/>
              </a:rPr>
              <a:t>Lofar 2</a:t>
            </a:r>
          </a:p>
        </p:txBody>
      </p:sp>
      <p:sp>
        <p:nvSpPr>
          <p:cNvPr id="7" name="Rounded Rectangle 6"/>
          <p:cNvSpPr/>
          <p:nvPr>
            <a:hlinkClick r:id="rId9"/>
          </p:nvPr>
        </p:nvSpPr>
        <p:spPr>
          <a:xfrm>
            <a:off x="4948732" y="73152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3: FR Outrider, Category 2, Cardassia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48732" y="111556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10"/>
              </a:rPr>
              <a:t>Lofar 1</a:t>
            </a:r>
          </a:p>
          <a:p>
            <a:r>
              <a:rPr sz="800">
                <a:hlinkClick r:id="rId11"/>
              </a:rPr>
              <a:t>Lofar 2</a:t>
            </a:r>
          </a:p>
          <a:p>
            <a:r>
              <a:rPr sz="800">
                <a:hlinkClick r:id="rId12"/>
              </a:rPr>
              <a:t>Lofar 3</a:t>
            </a:r>
          </a:p>
        </p:txBody>
      </p:sp>
      <p:sp>
        <p:nvSpPr>
          <p:cNvPr id="9" name="Rounded Rectangle 8"/>
          <p:cNvSpPr/>
          <p:nvPr>
            <a:hlinkClick r:id="rId13"/>
          </p:nvPr>
        </p:nvSpPr>
        <p:spPr>
          <a:xfrm>
            <a:off x="7240219" y="73152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4: FR Defiant, Category 4, Defiant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40219" y="111556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14"/>
              </a:rPr>
              <a:t>Lofar 1</a:t>
            </a:r>
          </a:p>
          <a:p>
            <a:r>
              <a:rPr sz="800">
                <a:hlinkClick r:id="rId15"/>
              </a:rPr>
              <a:t>Lofar 2</a:t>
            </a:r>
          </a:p>
          <a:p>
            <a:r>
              <a:rPr sz="800">
                <a:hlinkClick r:id="rId16"/>
              </a:rPr>
              <a:t>Lofar 3</a:t>
            </a:r>
          </a:p>
          <a:p>
            <a:r>
              <a:rPr sz="800">
                <a:hlinkClick r:id="rId17"/>
              </a:rPr>
              <a:t>Lofar 4</a:t>
            </a:r>
          </a:p>
        </p:txBody>
      </p:sp>
      <p:sp>
        <p:nvSpPr>
          <p:cNvPr id="11" name="Rounded Rectangle 10"/>
          <p:cNvSpPr/>
          <p:nvPr>
            <a:hlinkClick r:id="rId18"/>
          </p:nvPr>
        </p:nvSpPr>
        <p:spPr>
          <a:xfrm>
            <a:off x="9531705" y="73152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5: FR Nebulon-B, Category 4, Tatooine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31705" y="111556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19"/>
              </a:rPr>
              <a:t>Lofar 1</a:t>
            </a:r>
          </a:p>
          <a:p>
            <a:r>
              <a:rPr sz="800">
                <a:hlinkClick r:id="rId20"/>
              </a:rPr>
              <a:t>Lofar 2</a:t>
            </a:r>
          </a:p>
          <a:p>
            <a:r>
              <a:rPr sz="800">
                <a:hlinkClick r:id="rId21"/>
              </a:rPr>
              <a:t>Lofar 3</a:t>
            </a:r>
          </a:p>
          <a:p>
            <a:r>
              <a:rPr sz="800">
                <a:hlinkClick r:id="rId22"/>
              </a:rPr>
              <a:t>Lofar 4</a:t>
            </a:r>
          </a:p>
        </p:txBody>
      </p:sp>
      <p:sp>
        <p:nvSpPr>
          <p:cNvPr id="13" name="Rounded Rectangle 12"/>
          <p:cNvSpPr/>
          <p:nvPr>
            <a:hlinkClick r:id="rId23"/>
          </p:nvPr>
        </p:nvSpPr>
        <p:spPr>
          <a:xfrm>
            <a:off x="365760" y="268224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6: FR Devastator, Category 3, Trill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06628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24"/>
              </a:rPr>
              <a:t>Lofar 1</a:t>
            </a:r>
          </a:p>
        </p:txBody>
      </p:sp>
      <p:sp>
        <p:nvSpPr>
          <p:cNvPr id="15" name="Rounded Rectangle 14"/>
          <p:cNvSpPr/>
          <p:nvPr>
            <a:hlinkClick r:id="rId25"/>
          </p:nvPr>
        </p:nvSpPr>
        <p:spPr>
          <a:xfrm>
            <a:off x="2657246" y="268224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9: Discovery contact bearing 231, codename Gandalf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7246" y="306628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26"/>
              </a:rPr>
              <a:t>Lofar 1</a:t>
            </a:r>
          </a:p>
          <a:p>
            <a:r>
              <a:rPr sz="800">
                <a:hlinkClick r:id="rId27"/>
              </a:rPr>
              <a:t>Lofar 2</a:t>
            </a:r>
          </a:p>
        </p:txBody>
      </p:sp>
      <p:sp>
        <p:nvSpPr>
          <p:cNvPr id="17" name="Rounded Rectangle 16"/>
          <p:cNvSpPr/>
          <p:nvPr>
            <a:hlinkClick r:id="rId28"/>
          </p:nvPr>
        </p:nvSpPr>
        <p:spPr>
          <a:xfrm>
            <a:off x="4948732" y="268224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11: FR Devastator, Category 3, Tantive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48732" y="306628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29"/>
              </a:rPr>
              <a:t>Lofar 1</a:t>
            </a:r>
          </a:p>
          <a:p>
            <a:r>
              <a:rPr sz="800">
                <a:hlinkClick r:id="rId30"/>
              </a:rPr>
              <a:t>Lofar 2</a:t>
            </a:r>
          </a:p>
        </p:txBody>
      </p:sp>
      <p:sp>
        <p:nvSpPr>
          <p:cNvPr id="19" name="Rounded Rectangle 18"/>
          <p:cNvSpPr/>
          <p:nvPr>
            <a:hlinkClick r:id="rId31"/>
          </p:nvPr>
        </p:nvSpPr>
        <p:spPr>
          <a:xfrm>
            <a:off x="7240219" y="268224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12: FR Star Destroyer, Category 3, Tantive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40219" y="306628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32"/>
              </a:rPr>
              <a:t>Lofar 1</a:t>
            </a:r>
          </a:p>
          <a:p>
            <a:r>
              <a:rPr sz="800">
                <a:hlinkClick r:id="rId33"/>
              </a:rPr>
              <a:t>Lofar 2</a:t>
            </a:r>
          </a:p>
          <a:p>
            <a:r>
              <a:rPr sz="800">
                <a:hlinkClick r:id="rId34"/>
              </a:rPr>
              <a:t>Lofar 3</a:t>
            </a:r>
          </a:p>
        </p:txBody>
      </p:sp>
      <p:sp>
        <p:nvSpPr>
          <p:cNvPr id="21" name="Rounded Rectangle 20"/>
          <p:cNvSpPr/>
          <p:nvPr>
            <a:hlinkClick r:id="rId35"/>
          </p:nvPr>
        </p:nvSpPr>
        <p:spPr>
          <a:xfrm>
            <a:off x="9531705" y="268224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13: FR Imperial-class, Category 1, Yavin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31705" y="306628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36"/>
              </a:rPr>
              <a:t>Lofar 1</a:t>
            </a:r>
          </a:p>
          <a:p>
            <a:r>
              <a:rPr sz="800">
                <a:hlinkClick r:id="rId37"/>
              </a:rPr>
              <a:t>Lofar 2</a:t>
            </a:r>
          </a:p>
          <a:p>
            <a:r>
              <a:rPr sz="800">
                <a:hlinkClick r:id="rId38"/>
              </a:rPr>
              <a:t>Lofar 3</a:t>
            </a:r>
          </a:p>
          <a:p>
            <a:r>
              <a:rPr sz="800">
                <a:hlinkClick r:id="rId39"/>
              </a:rPr>
              <a:t>Lofar 4</a:t>
            </a:r>
          </a:p>
        </p:txBody>
      </p:sp>
      <p:sp>
        <p:nvSpPr>
          <p:cNvPr id="23" name="Rounded Rectangle 22"/>
          <p:cNvSpPr/>
          <p:nvPr>
            <a:hlinkClick r:id="rId40"/>
          </p:nvPr>
        </p:nvSpPr>
        <p:spPr>
          <a:xfrm>
            <a:off x="365760" y="463296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15: FR Mon Calamari Cruiser, Category 2, Bajor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501700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41"/>
              </a:rPr>
              <a:t>Lofar 1</a:t>
            </a:r>
          </a:p>
          <a:p>
            <a:r>
              <a:rPr sz="800">
                <a:hlinkClick r:id="rId42"/>
              </a:rPr>
              <a:t>Lofar 2</a:t>
            </a:r>
          </a:p>
          <a:p>
            <a:r>
              <a:rPr sz="800">
                <a:hlinkClick r:id="rId43"/>
              </a:rPr>
              <a:t>Lofar 3</a:t>
            </a:r>
          </a:p>
          <a:p>
            <a:r>
              <a:rPr sz="800">
                <a:hlinkClick r:id="rId44"/>
              </a:rPr>
              <a:t>Lofar 4</a:t>
            </a:r>
          </a:p>
        </p:txBody>
      </p:sp>
      <p:sp>
        <p:nvSpPr>
          <p:cNvPr id="25" name="Rounded Rectangle 24"/>
          <p:cNvSpPr/>
          <p:nvPr>
            <a:hlinkClick r:id="rId45"/>
          </p:nvPr>
        </p:nvSpPr>
        <p:spPr>
          <a:xfrm>
            <a:off x="2657246" y="463296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17: FR Razor Crest, Category 1, Mustafar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57246" y="501700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46"/>
              </a:rPr>
              <a:t>Lofar 1</a:t>
            </a:r>
          </a:p>
          <a:p>
            <a:r>
              <a:rPr sz="800">
                <a:hlinkClick r:id="rId47"/>
              </a:rPr>
              <a:t>Lofar 2</a:t>
            </a:r>
          </a:p>
          <a:p>
            <a:r>
              <a:rPr sz="800">
                <a:hlinkClick r:id="rId48"/>
              </a:rPr>
              <a:t>Lofar 3</a:t>
            </a:r>
          </a:p>
          <a:p>
            <a:r>
              <a:rPr sz="800">
                <a:hlinkClick r:id="rId49"/>
              </a:rPr>
              <a:t>Lofar 4</a:t>
            </a:r>
          </a:p>
        </p:txBody>
      </p:sp>
      <p:sp>
        <p:nvSpPr>
          <p:cNvPr id="27" name="Rounded Rectangle 26"/>
          <p:cNvSpPr/>
          <p:nvPr>
            <a:hlinkClick r:id="rId50"/>
          </p:nvPr>
        </p:nvSpPr>
        <p:spPr>
          <a:xfrm>
            <a:off x="4948732" y="463296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18: FR X-wing, Category 3, Defiant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48732" y="501700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51"/>
              </a:rPr>
              <a:t>Lofar 1</a:t>
            </a:r>
          </a:p>
        </p:txBody>
      </p:sp>
      <p:sp>
        <p:nvSpPr>
          <p:cNvPr id="29" name="Rounded Rectangle 28"/>
          <p:cNvSpPr/>
          <p:nvPr>
            <a:hlinkClick r:id="rId52"/>
          </p:nvPr>
        </p:nvSpPr>
        <p:spPr>
          <a:xfrm>
            <a:off x="7240219" y="463296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19: Devastator contact bearing 194, codename Trill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40219" y="501700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53"/>
              </a:rPr>
              <a:t>Lofar 1</a:t>
            </a:r>
          </a:p>
          <a:p>
            <a:r>
              <a:rPr sz="800">
                <a:hlinkClick r:id="rId54"/>
              </a:rPr>
              <a:t>Lofar 2</a:t>
            </a:r>
          </a:p>
          <a:p>
            <a:r>
              <a:rPr sz="800">
                <a:hlinkClick r:id="rId55"/>
              </a:rPr>
              <a:t>Lofar 3</a:t>
            </a:r>
          </a:p>
          <a:p>
            <a:r>
              <a:rPr sz="800">
                <a:hlinkClick r:id="rId56"/>
              </a:rPr>
              <a:t>Lofar 4</a:t>
            </a:r>
          </a:p>
        </p:txBody>
      </p:sp>
      <p:sp>
        <p:nvSpPr>
          <p:cNvPr id="31" name="Rounded Rectangle 30"/>
          <p:cNvSpPr/>
          <p:nvPr>
            <a:hlinkClick r:id="rId57"/>
          </p:nvPr>
        </p:nvSpPr>
        <p:spPr>
          <a:xfrm>
            <a:off x="9531705" y="463296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20: FR TIE Fighter, Category 1, Coruscant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31705" y="501700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58"/>
              </a:rPr>
              <a:t>Lofar 1</a:t>
            </a:r>
          </a:p>
          <a:p>
            <a:r>
              <a:rPr sz="800">
                <a:hlinkClick r:id="rId59"/>
              </a:rPr>
              <a:t>Lofar 2</a:t>
            </a:r>
          </a:p>
          <a:p>
            <a:r>
              <a:rPr sz="800">
                <a:hlinkClick r:id="rId60"/>
              </a:rPr>
              <a:t>Lofar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/>
          <a:lstStyle/>
          <a:p>
            <a:pPr algn="ctr"/>
            <a:r>
              <a:rPr sz="2000" b="1">
                <a:solidFill>
                  <a:srgbClr val="FFFFFF"/>
                </a:solidFill>
              </a:rPr>
              <a:t>Instructor Week 3 Grams — Page 2 of 3</a:t>
            </a:r>
          </a:p>
        </p:txBody>
      </p:sp>
      <p:sp>
        <p:nvSpPr>
          <p:cNvPr id="3" name="Rounded Rectangle 2"/>
          <p:cNvSpPr/>
          <p:nvPr>
            <a:hlinkClick r:id="rId2"/>
          </p:nvPr>
        </p:nvSpPr>
        <p:spPr>
          <a:xfrm>
            <a:off x="365760" y="73152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21: FR Discovery, Category 4, Defiant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1556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3"/>
              </a:rPr>
              <a:t>Lofar 1</a:t>
            </a:r>
          </a:p>
          <a:p>
            <a:r>
              <a:rPr sz="800">
                <a:hlinkClick r:id="rId4"/>
              </a:rPr>
              <a:t>Lofar 2</a:t>
            </a:r>
          </a:p>
          <a:p>
            <a:r>
              <a:rPr sz="800">
                <a:hlinkClick r:id="rId5"/>
              </a:rPr>
              <a:t>Lofar 3</a:t>
            </a:r>
          </a:p>
          <a:p>
            <a:r>
              <a:rPr sz="800">
                <a:hlinkClick r:id="rId6"/>
              </a:rPr>
              <a:t>Lofar 4</a:t>
            </a:r>
          </a:p>
        </p:txBody>
      </p:sp>
      <p:sp>
        <p:nvSpPr>
          <p:cNvPr id="5" name="Rounded Rectangle 4"/>
          <p:cNvSpPr/>
          <p:nvPr>
            <a:hlinkClick r:id="rId7"/>
          </p:nvPr>
        </p:nvSpPr>
        <p:spPr>
          <a:xfrm>
            <a:off x="2657246" y="73152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22: Razor Crest contact bearing 239, codename Dank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7246" y="111556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8"/>
              </a:rPr>
              <a:t>Lofar 1</a:t>
            </a:r>
          </a:p>
        </p:txBody>
      </p:sp>
      <p:sp>
        <p:nvSpPr>
          <p:cNvPr id="7" name="Rounded Rectangle 6"/>
          <p:cNvSpPr/>
          <p:nvPr>
            <a:hlinkClick r:id="rId9"/>
          </p:nvPr>
        </p:nvSpPr>
        <p:spPr>
          <a:xfrm>
            <a:off x="4948732" y="73152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23: FR Devastator, Category 1, Risa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48732" y="111556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10"/>
              </a:rPr>
              <a:t>Lofar 1</a:t>
            </a:r>
          </a:p>
        </p:txBody>
      </p:sp>
      <p:sp>
        <p:nvSpPr>
          <p:cNvPr id="9" name="Rounded Rectangle 8"/>
          <p:cNvSpPr/>
          <p:nvPr>
            <a:hlinkClick r:id="rId11"/>
          </p:nvPr>
        </p:nvSpPr>
        <p:spPr>
          <a:xfrm>
            <a:off x="7240219" y="73152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25: FR Imperial-class, Category 4, Coruscant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40219" y="111556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12"/>
              </a:rPr>
              <a:t>Lofar 1</a:t>
            </a:r>
          </a:p>
          <a:p>
            <a:r>
              <a:rPr sz="800">
                <a:hlinkClick r:id="rId13"/>
              </a:rPr>
              <a:t>Lofar 2</a:t>
            </a:r>
          </a:p>
          <a:p>
            <a:r>
              <a:rPr sz="800">
                <a:hlinkClick r:id="rId14"/>
              </a:rPr>
              <a:t>Lofar 3</a:t>
            </a:r>
          </a:p>
          <a:p>
            <a:r>
              <a:rPr sz="800">
                <a:hlinkClick r:id="rId15"/>
              </a:rPr>
              <a:t>Lofar 4</a:t>
            </a:r>
          </a:p>
        </p:txBody>
      </p:sp>
      <p:sp>
        <p:nvSpPr>
          <p:cNvPr id="11" name="Rounded Rectangle 10"/>
          <p:cNvSpPr/>
          <p:nvPr>
            <a:hlinkClick r:id="rId16"/>
          </p:nvPr>
        </p:nvSpPr>
        <p:spPr>
          <a:xfrm>
            <a:off x="9531705" y="73152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26: Enterprise contact bearing 229, codename Betazed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31705" y="111556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17"/>
              </a:rPr>
              <a:t>Lofar 1</a:t>
            </a:r>
          </a:p>
          <a:p>
            <a:r>
              <a:rPr sz="800">
                <a:hlinkClick r:id="rId18"/>
              </a:rPr>
              <a:t>Lofar 2</a:t>
            </a:r>
          </a:p>
          <a:p>
            <a:r>
              <a:rPr sz="800">
                <a:hlinkClick r:id="rId19"/>
              </a:rPr>
              <a:t>Lofar 3</a:t>
            </a:r>
          </a:p>
          <a:p>
            <a:r>
              <a:rPr sz="800">
                <a:hlinkClick r:id="rId20"/>
              </a:rPr>
              <a:t>Lofar 4</a:t>
            </a:r>
          </a:p>
        </p:txBody>
      </p:sp>
      <p:sp>
        <p:nvSpPr>
          <p:cNvPr id="13" name="Rounded Rectangle 12"/>
          <p:cNvSpPr/>
          <p:nvPr>
            <a:hlinkClick r:id="rId21"/>
          </p:nvPr>
        </p:nvSpPr>
        <p:spPr>
          <a:xfrm>
            <a:off x="365760" y="268224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27: FR Prometheus, Category 1, Kobol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06628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22"/>
              </a:rPr>
              <a:t>Lofar 1</a:t>
            </a:r>
          </a:p>
          <a:p>
            <a:r>
              <a:rPr sz="800">
                <a:hlinkClick r:id="rId23"/>
              </a:rPr>
              <a:t>Lofar 2</a:t>
            </a:r>
          </a:p>
        </p:txBody>
      </p:sp>
      <p:sp>
        <p:nvSpPr>
          <p:cNvPr id="15" name="Rounded Rectangle 14"/>
          <p:cNvSpPr/>
          <p:nvPr>
            <a:hlinkClick r:id="rId24"/>
          </p:nvPr>
        </p:nvSpPr>
        <p:spPr>
          <a:xfrm>
            <a:off x="2657246" y="268224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29: FR X-wing, Category 1, Betazed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7246" y="306628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25"/>
              </a:rPr>
              <a:t>Lofar 1</a:t>
            </a:r>
          </a:p>
          <a:p>
            <a:r>
              <a:rPr sz="800">
                <a:hlinkClick r:id="rId26"/>
              </a:rPr>
              <a:t>Lofar 2</a:t>
            </a:r>
          </a:p>
          <a:p>
            <a:r>
              <a:rPr sz="800">
                <a:hlinkClick r:id="rId27"/>
              </a:rPr>
              <a:t>Lofar 3</a:t>
            </a:r>
          </a:p>
          <a:p>
            <a:r>
              <a:rPr sz="800">
                <a:hlinkClick r:id="rId28"/>
              </a:rPr>
              <a:t>Lofar 4</a:t>
            </a:r>
          </a:p>
        </p:txBody>
      </p:sp>
      <p:sp>
        <p:nvSpPr>
          <p:cNvPr id="17" name="Rounded Rectangle 16"/>
          <p:cNvSpPr/>
          <p:nvPr>
            <a:hlinkClick r:id="rId29"/>
          </p:nvPr>
        </p:nvSpPr>
        <p:spPr>
          <a:xfrm>
            <a:off x="4948732" y="268224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30: FR Imperial-class, Category 1, Vulcan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48732" y="306628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30"/>
              </a:rPr>
              <a:t>Lofar 1</a:t>
            </a:r>
          </a:p>
          <a:p>
            <a:r>
              <a:rPr sz="800">
                <a:hlinkClick r:id="rId31"/>
              </a:rPr>
              <a:t>Lofar 2</a:t>
            </a:r>
          </a:p>
        </p:txBody>
      </p:sp>
      <p:sp>
        <p:nvSpPr>
          <p:cNvPr id="19" name="Rounded Rectangle 18"/>
          <p:cNvSpPr/>
          <p:nvPr>
            <a:hlinkClick r:id="rId32"/>
          </p:nvPr>
        </p:nvSpPr>
        <p:spPr>
          <a:xfrm>
            <a:off x="7240219" y="268224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31: FR B-wing, Category 2, Hoth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40219" y="306628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33"/>
              </a:rPr>
              <a:t>Lofar 1</a:t>
            </a:r>
          </a:p>
          <a:p>
            <a:r>
              <a:rPr sz="800">
                <a:hlinkClick r:id="rId34"/>
              </a:rPr>
              <a:t>Lofar 2</a:t>
            </a:r>
          </a:p>
        </p:txBody>
      </p:sp>
      <p:sp>
        <p:nvSpPr>
          <p:cNvPr id="21" name="Rounded Rectangle 20"/>
          <p:cNvSpPr/>
          <p:nvPr>
            <a:hlinkClick r:id="rId35"/>
          </p:nvPr>
        </p:nvSpPr>
        <p:spPr>
          <a:xfrm>
            <a:off x="9531705" y="268224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32: Venator-class contact bearing 263, codename Risa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31705" y="306628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36"/>
              </a:rPr>
              <a:t>Lofar 1</a:t>
            </a:r>
          </a:p>
          <a:p>
            <a:r>
              <a:rPr sz="800">
                <a:hlinkClick r:id="rId37"/>
              </a:rPr>
              <a:t>Lofar 2</a:t>
            </a:r>
          </a:p>
          <a:p>
            <a:r>
              <a:rPr sz="800">
                <a:hlinkClick r:id="rId38"/>
              </a:rPr>
              <a:t>Lofar 3</a:t>
            </a:r>
          </a:p>
          <a:p>
            <a:r>
              <a:rPr sz="800">
                <a:hlinkClick r:id="rId39"/>
              </a:rPr>
              <a:t>Lofar 4</a:t>
            </a:r>
          </a:p>
        </p:txBody>
      </p:sp>
      <p:sp>
        <p:nvSpPr>
          <p:cNvPr id="23" name="Rounded Rectangle 22"/>
          <p:cNvSpPr/>
          <p:nvPr>
            <a:hlinkClick r:id="rId40"/>
          </p:nvPr>
        </p:nvSpPr>
        <p:spPr>
          <a:xfrm>
            <a:off x="365760" y="463296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33: FR Ghost, Category 2, Kobol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501700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41"/>
              </a:rPr>
              <a:t>Lofar 1</a:t>
            </a:r>
          </a:p>
        </p:txBody>
      </p:sp>
      <p:sp>
        <p:nvSpPr>
          <p:cNvPr id="25" name="Rounded Rectangle 24"/>
          <p:cNvSpPr/>
          <p:nvPr>
            <a:hlinkClick r:id="rId42"/>
          </p:nvPr>
        </p:nvSpPr>
        <p:spPr>
          <a:xfrm>
            <a:off x="2657246" y="463296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34: Cerritos contact bearing 004, codename Dank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57246" y="501700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43"/>
              </a:rPr>
              <a:t>Lofar 1</a:t>
            </a:r>
          </a:p>
          <a:p>
            <a:r>
              <a:rPr sz="800">
                <a:hlinkClick r:id="rId44"/>
              </a:rPr>
              <a:t>Lofar 2</a:t>
            </a:r>
          </a:p>
          <a:p>
            <a:r>
              <a:rPr sz="800">
                <a:hlinkClick r:id="rId45"/>
              </a:rPr>
              <a:t>Lofar 3</a:t>
            </a:r>
          </a:p>
        </p:txBody>
      </p:sp>
      <p:sp>
        <p:nvSpPr>
          <p:cNvPr id="27" name="Rounded Rectangle 26"/>
          <p:cNvSpPr/>
          <p:nvPr>
            <a:hlinkClick r:id="rId46"/>
          </p:nvPr>
        </p:nvSpPr>
        <p:spPr>
          <a:xfrm>
            <a:off x="4948732" y="463296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35: FR Intrepid-class, Category 2, Gandalf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48732" y="501700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47"/>
              </a:rPr>
              <a:t>Lofar 1</a:t>
            </a:r>
          </a:p>
          <a:p>
            <a:r>
              <a:rPr sz="800">
                <a:hlinkClick r:id="rId48"/>
              </a:rPr>
              <a:t>Lofar 2</a:t>
            </a:r>
          </a:p>
        </p:txBody>
      </p:sp>
      <p:sp>
        <p:nvSpPr>
          <p:cNvPr id="29" name="Rounded Rectangle 28"/>
          <p:cNvSpPr/>
          <p:nvPr>
            <a:hlinkClick r:id="rId49"/>
          </p:nvPr>
        </p:nvSpPr>
        <p:spPr>
          <a:xfrm>
            <a:off x="7240219" y="463296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36: FR Rebel One, Category 3, Mustafar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40219" y="501700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50"/>
              </a:rPr>
              <a:t>Lofar 1</a:t>
            </a:r>
          </a:p>
          <a:p>
            <a:r>
              <a:rPr sz="800">
                <a:hlinkClick r:id="rId51"/>
              </a:rPr>
              <a:t>Lofar 2</a:t>
            </a:r>
          </a:p>
          <a:p>
            <a:r>
              <a:rPr sz="800">
                <a:hlinkClick r:id="rId52"/>
              </a:rPr>
              <a:t>Lofar 3</a:t>
            </a:r>
          </a:p>
          <a:p>
            <a:r>
              <a:rPr sz="800">
                <a:hlinkClick r:id="rId53"/>
              </a:rPr>
              <a:t>Lofar 4</a:t>
            </a:r>
          </a:p>
        </p:txBody>
      </p:sp>
      <p:sp>
        <p:nvSpPr>
          <p:cNvPr id="31" name="Rounded Rectangle 30"/>
          <p:cNvSpPr/>
          <p:nvPr>
            <a:hlinkClick r:id="rId54"/>
          </p:nvPr>
        </p:nvSpPr>
        <p:spPr>
          <a:xfrm>
            <a:off x="9531705" y="463296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37: FR Intrepid-class, Category 2, Tatooine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31705" y="501700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55"/>
              </a:rPr>
              <a:t>Lofar 1</a:t>
            </a:r>
          </a:p>
          <a:p>
            <a:r>
              <a:rPr sz="800">
                <a:hlinkClick r:id="rId56"/>
              </a:rPr>
              <a:t>Lofar 2</a:t>
            </a:r>
          </a:p>
          <a:p>
            <a:r>
              <a:rPr sz="800">
                <a:hlinkClick r:id="rId57"/>
              </a:rPr>
              <a:t>Lofar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/>
          <a:lstStyle/>
          <a:p>
            <a:pPr algn="ctr"/>
            <a:r>
              <a:rPr sz="2000" b="1">
                <a:solidFill>
                  <a:srgbClr val="FFFFFF"/>
                </a:solidFill>
              </a:rPr>
              <a:t>Instructor Week 3 Grams — Page 3 of 3</a:t>
            </a:r>
          </a:p>
        </p:txBody>
      </p:sp>
      <p:sp>
        <p:nvSpPr>
          <p:cNvPr id="3" name="Rounded Rectangle 2"/>
          <p:cNvSpPr/>
          <p:nvPr>
            <a:hlinkClick r:id="rId2"/>
          </p:nvPr>
        </p:nvSpPr>
        <p:spPr>
          <a:xfrm>
            <a:off x="365760" y="73152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38: FR Reliant, Category 3, Caprica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1556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3"/>
              </a:rPr>
              <a:t>Lofar 1</a:t>
            </a:r>
          </a:p>
          <a:p>
            <a:r>
              <a:rPr sz="800">
                <a:hlinkClick r:id="rId4"/>
              </a:rPr>
              <a:t>Lofar 2</a:t>
            </a:r>
          </a:p>
        </p:txBody>
      </p:sp>
      <p:sp>
        <p:nvSpPr>
          <p:cNvPr id="5" name="Rounded Rectangle 4"/>
          <p:cNvSpPr/>
          <p:nvPr>
            <a:hlinkClick r:id="rId5"/>
          </p:nvPr>
        </p:nvSpPr>
        <p:spPr>
          <a:xfrm>
            <a:off x="2657246" y="73152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39: FR Stargazer, Category 1, Betazed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7246" y="111556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6"/>
              </a:rPr>
              <a:t>Lofar 1</a:t>
            </a:r>
          </a:p>
          <a:p>
            <a:r>
              <a:rPr sz="800">
                <a:hlinkClick r:id="rId7"/>
              </a:rPr>
              <a:t>Lofar 2</a:t>
            </a:r>
          </a:p>
          <a:p>
            <a:r>
              <a:rPr sz="800">
                <a:hlinkClick r:id="rId8"/>
              </a:rPr>
              <a:t>Lofar 3</a:t>
            </a:r>
          </a:p>
          <a:p>
            <a:r>
              <a:rPr sz="800">
                <a:hlinkClick r:id="rId9"/>
              </a:rPr>
              <a:t>Lofar 4</a:t>
            </a:r>
          </a:p>
        </p:txBody>
      </p:sp>
      <p:sp>
        <p:nvSpPr>
          <p:cNvPr id="7" name="Rounded Rectangle 6"/>
          <p:cNvSpPr/>
          <p:nvPr>
            <a:hlinkClick r:id="rId10"/>
          </p:nvPr>
        </p:nvSpPr>
        <p:spPr>
          <a:xfrm>
            <a:off x="4948732" y="73152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40: FR Defiant-class, Category 2, Endor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48732" y="111556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11"/>
              </a:rPr>
              <a:t>Lofar 1</a:t>
            </a:r>
          </a:p>
          <a:p>
            <a:r>
              <a:rPr sz="800">
                <a:hlinkClick r:id="rId12"/>
              </a:rPr>
              <a:t>Lofar 2</a:t>
            </a:r>
          </a:p>
          <a:p>
            <a:r>
              <a:rPr sz="800">
                <a:hlinkClick r:id="rId13"/>
              </a:rPr>
              <a:t>Lofar 3</a:t>
            </a:r>
          </a:p>
          <a:p>
            <a:r>
              <a:rPr sz="800">
                <a:hlinkClick r:id="rId14"/>
              </a:rPr>
              <a:t>Lofar 4</a:t>
            </a:r>
          </a:p>
        </p:txBody>
      </p:sp>
      <p:sp>
        <p:nvSpPr>
          <p:cNvPr id="9" name="Rounded Rectangle 8"/>
          <p:cNvSpPr/>
          <p:nvPr>
            <a:hlinkClick r:id="rId15"/>
          </p:nvPr>
        </p:nvSpPr>
        <p:spPr>
          <a:xfrm>
            <a:off x="7240219" y="73152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41: FR Tantive IV, Category 3, Betazed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40219" y="111556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16"/>
              </a:rPr>
              <a:t>Lofar 1</a:t>
            </a:r>
          </a:p>
          <a:p>
            <a:r>
              <a:rPr sz="800">
                <a:hlinkClick r:id="rId17"/>
              </a:rPr>
              <a:t>Lofar 2</a:t>
            </a:r>
          </a:p>
          <a:p>
            <a:r>
              <a:rPr sz="800">
                <a:hlinkClick r:id="rId18"/>
              </a:rPr>
              <a:t>Lofar 3</a:t>
            </a:r>
          </a:p>
        </p:txBody>
      </p:sp>
      <p:sp>
        <p:nvSpPr>
          <p:cNvPr id="11" name="Rounded Rectangle 10"/>
          <p:cNvSpPr/>
          <p:nvPr>
            <a:hlinkClick r:id="rId19"/>
          </p:nvPr>
        </p:nvSpPr>
        <p:spPr>
          <a:xfrm>
            <a:off x="9531705" y="731520"/>
            <a:ext cx="2200046" cy="365760"/>
          </a:xfrm>
          <a:prstGeom prst="roundRect">
            <a:avLst/>
          </a:prstGeom>
          <a:solidFill>
            <a:srgbClr val="E8EEF7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900">
                <a:solidFill>
                  <a:srgbClr val="1F3A5F"/>
                </a:solidFill>
              </a:rPr>
              <a:t>Gram 42: FR TIE Bomber, Category 3, Mustafar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31705" y="1115568"/>
            <a:ext cx="2200046" cy="144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>
                <a:hlinkClick r:id="rId20"/>
              </a:rPr>
              <a:t>Lofar 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601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F3A5F"/>
                </a:solidFill>
              </a:rPr>
              <a:t>End of Instructor Week 3 Grams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01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1F3A5F"/>
                </a:solidFill>
              </a:rPr>
              <a:t>Instructor Version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