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1/Analysis Sheet.docx" TargetMode="External"/><Relationship Id="rId3" Type="http://schemas.openxmlformats.org/officeDocument/2006/relationships/hyperlink" Target="Instructor Week 3 Grams Files/Gram 1/Lofar 1 ABC.glc" TargetMode="External"/><Relationship Id="rId4" Type="http://schemas.openxmlformats.org/officeDocument/2006/relationships/hyperlink" Target="Instructor Week 3 Grams Files/Gram 1/Lofar 2 Loop 1.glc" TargetMode="External"/><Relationship Id="rId5" Type="http://schemas.openxmlformats.org/officeDocument/2006/relationships/hyperlink" Target="Instructor Week 3 Grams Files/Gram 1/Lofar 3 I.glc" TargetMode="External"/><Relationship Id="rId6" Type="http://schemas.openxmlformats.org/officeDocument/2006/relationships/hyperlink" Target="Instructor Week 3 Grams Files/Gram 2/Analysis.png" TargetMode="External"/><Relationship Id="rId7" Type="http://schemas.openxmlformats.org/officeDocument/2006/relationships/hyperlink" Target="Instructor Week 3 Grams Files/Gram 2/Lofar 1.glc" TargetMode="External"/><Relationship Id="rId8" Type="http://schemas.openxmlformats.org/officeDocument/2006/relationships/hyperlink" Target="Instructor Week 3 Grams Files/Gram 2/Lofar 2_a.glc" TargetMode="External"/><Relationship Id="rId9" Type="http://schemas.openxmlformats.org/officeDocument/2006/relationships/hyperlink" Target="Instructor Week 3 Grams Files/Gram 3/Analysis.png" TargetMode="External"/><Relationship Id="rId10" Type="http://schemas.openxmlformats.org/officeDocument/2006/relationships/hyperlink" Target="Instructor Week 3 Grams Files/Gram 3/Lofar 1 Loop 2.glc" TargetMode="External"/><Relationship Id="rId11" Type="http://schemas.openxmlformats.org/officeDocument/2006/relationships/hyperlink" Target="Instructor Week 3 Grams Files/Gram 3/Lofar 2_b.glc" TargetMode="External"/><Relationship Id="rId12" Type="http://schemas.openxmlformats.org/officeDocument/2006/relationships/hyperlink" Target="Instructor Week 3 Grams Files/Gram 3/Lofar 3_b.glc" TargetMode="External"/><Relationship Id="rId13" Type="http://schemas.openxmlformats.org/officeDocument/2006/relationships/hyperlink" Target="Instructor Week 3 Grams Files/Gram 4/Analysis.png" TargetMode="External"/><Relationship Id="rId14" Type="http://schemas.openxmlformats.org/officeDocument/2006/relationships/hyperlink" Target="Instructor Week 3 Grams Files/Gram 4/Lofar 1.glc" TargetMode="External"/><Relationship Id="rId15" Type="http://schemas.openxmlformats.org/officeDocument/2006/relationships/hyperlink" Target="Instructor Week 3 Grams Files/Gram 4/Lofar 2 Loop 1.glc" TargetMode="External"/><Relationship Id="rId16" Type="http://schemas.openxmlformats.org/officeDocument/2006/relationships/hyperlink" Target="Instructor Week 3 Grams Files/Gram 4/Lofar 3_b.glc" TargetMode="External"/><Relationship Id="rId17" Type="http://schemas.openxmlformats.org/officeDocument/2006/relationships/hyperlink" Target="Instructor Week 3 Grams Files/Gram 4/Lofar 4 Loop 2.glc" TargetMode="External"/><Relationship Id="rId18" Type="http://schemas.openxmlformats.org/officeDocument/2006/relationships/hyperlink" Target="Instructor Week 3 Grams Files/Gram 5/Analysis Sheet.docx" TargetMode="External"/><Relationship Id="rId19" Type="http://schemas.openxmlformats.org/officeDocument/2006/relationships/hyperlink" Target="Instructor Week 3 Grams Files/Gram 5/Lofar 1_a.glc" TargetMode="External"/><Relationship Id="rId20" Type="http://schemas.openxmlformats.org/officeDocument/2006/relationships/hyperlink" Target="Instructor Week 3 Grams Files/Gram 5/Lofar 2_a.glc" TargetMode="External"/><Relationship Id="rId21" Type="http://schemas.openxmlformats.org/officeDocument/2006/relationships/hyperlink" Target="Instructor Week 3 Grams Files/Gram 5/Lofar 3 ABC.glc" TargetMode="External"/><Relationship Id="rId22" Type="http://schemas.openxmlformats.org/officeDocument/2006/relationships/hyperlink" Target="Instructor Week 3 Grams Files/Gram 5/Lofar 4_b.glc" TargetMode="External"/><Relationship Id="rId23" Type="http://schemas.openxmlformats.org/officeDocument/2006/relationships/hyperlink" Target="Instructor Week 3 Grams Files/Gram 6/Analysis Sheet.docx" TargetMode="External"/><Relationship Id="rId24" Type="http://schemas.openxmlformats.org/officeDocument/2006/relationships/hyperlink" Target="Instructor Week 3 Grams Files/Gram 6/Lofar 1 ABC.glc" TargetMode="External"/><Relationship Id="rId25" Type="http://schemas.openxmlformats.org/officeDocument/2006/relationships/hyperlink" Target="Instructor Week 3 Grams Files/Gram 9/Analysis Sheet.docx" TargetMode="External"/><Relationship Id="rId26" Type="http://schemas.openxmlformats.org/officeDocument/2006/relationships/hyperlink" Target="Instructor Week 3 Grams Files/Gram 9/Lofar 1 ABC.glc" TargetMode="External"/><Relationship Id="rId27" Type="http://schemas.openxmlformats.org/officeDocument/2006/relationships/hyperlink" Target="Instructor Week 3 Grams Files/Gram 9/Lofar 2_a.glc" TargetMode="External"/><Relationship Id="rId28" Type="http://schemas.openxmlformats.org/officeDocument/2006/relationships/hyperlink" Target="Instructor Week 3 Grams Files/Gram 11/Analysis Sheet.docx" TargetMode="External"/><Relationship Id="rId29" Type="http://schemas.openxmlformats.org/officeDocument/2006/relationships/hyperlink" Target="Instructor Week 3 Grams Files/Gram 11/Lofar 1_b.glc" TargetMode="External"/><Relationship Id="rId30" Type="http://schemas.openxmlformats.org/officeDocument/2006/relationships/hyperlink" Target="Instructor Week 3 Grams Files/Gram 11/Lofar 2 Loop 2.glc" TargetMode="External"/><Relationship Id="rId31" Type="http://schemas.openxmlformats.org/officeDocument/2006/relationships/hyperlink" Target="Instructor Week 3 Grams Files/Gram 12/Analysis Sheet.docx" TargetMode="External"/><Relationship Id="rId32" Type="http://schemas.openxmlformats.org/officeDocument/2006/relationships/hyperlink" Target="Instructor Week 3 Grams Files/Gram 12/Lofar 1_b.glc" TargetMode="External"/><Relationship Id="rId33" Type="http://schemas.openxmlformats.org/officeDocument/2006/relationships/hyperlink" Target="Instructor Week 3 Grams Files/Gram 12/Lofar 2 ABC.glc" TargetMode="External"/><Relationship Id="rId34" Type="http://schemas.openxmlformats.org/officeDocument/2006/relationships/hyperlink" Target="Instructor Week 3 Grams Files/Gram 12/Lofar 3.glc" TargetMode="External"/><Relationship Id="rId35" Type="http://schemas.openxmlformats.org/officeDocument/2006/relationships/hyperlink" Target="Instructor Week 3 Grams Files/Gram 13/Analysis Sheet.docx" TargetMode="External"/><Relationship Id="rId36" Type="http://schemas.openxmlformats.org/officeDocument/2006/relationships/hyperlink" Target="Instructor Week 3 Grams Files/Gram 13/Lofar 1 Loop 2.glc" TargetMode="External"/><Relationship Id="rId37" Type="http://schemas.openxmlformats.org/officeDocument/2006/relationships/hyperlink" Target="Instructor Week 3 Grams Files/Gram 13/Lofar 2 I.glc" TargetMode="External"/><Relationship Id="rId38" Type="http://schemas.openxmlformats.org/officeDocument/2006/relationships/hyperlink" Target="Instructor Week 3 Grams Files/Gram 13/Lofar 3 ABC.glc" TargetMode="External"/><Relationship Id="rId39" Type="http://schemas.openxmlformats.org/officeDocument/2006/relationships/hyperlink" Target="Instructor Week 3 Grams Files/Gram 13/Lofar 4 Loop 2.glc" TargetMode="External"/><Relationship Id="rId40" Type="http://schemas.openxmlformats.org/officeDocument/2006/relationships/hyperlink" Target="Instructor Week 3 Grams Files/Gram 15/Analysis Sheet.docx" TargetMode="External"/><Relationship Id="rId41" Type="http://schemas.openxmlformats.org/officeDocument/2006/relationships/hyperlink" Target="Instructor Week 3 Grams Files/Gram 15/Lofar 1 Loop 1.glc" TargetMode="External"/><Relationship Id="rId42" Type="http://schemas.openxmlformats.org/officeDocument/2006/relationships/hyperlink" Target="Instructor Week 3 Grams Files/Gram 15/Lofar 2_a.glc" TargetMode="External"/><Relationship Id="rId43" Type="http://schemas.openxmlformats.org/officeDocument/2006/relationships/hyperlink" Target="Instructor Week 3 Grams Files/Gram 15/Lofar 3_a.glc" TargetMode="External"/><Relationship Id="rId44" Type="http://schemas.openxmlformats.org/officeDocument/2006/relationships/hyperlink" Target="Instructor Week 3 Grams Files/Gram 15/Lofar 4 Loop 1.glc" TargetMode="External"/><Relationship Id="rId45" Type="http://schemas.openxmlformats.org/officeDocument/2006/relationships/hyperlink" Target="Instructor Week 3 Grams Files/Gram 17/Analysis Sheet.docx" TargetMode="External"/><Relationship Id="rId46" Type="http://schemas.openxmlformats.org/officeDocument/2006/relationships/hyperlink" Target="Instructor Week 3 Grams Files/Gram 17/Lofar 1_a.glc" TargetMode="External"/><Relationship Id="rId47" Type="http://schemas.openxmlformats.org/officeDocument/2006/relationships/hyperlink" Target="Instructor Week 3 Grams Files/Gram 17/Lofar 2 Loop 1.glc" TargetMode="External"/><Relationship Id="rId48" Type="http://schemas.openxmlformats.org/officeDocument/2006/relationships/hyperlink" Target="Instructor Week 3 Grams Files/Gram 17/Lofar 3_b.glc" TargetMode="External"/><Relationship Id="rId49" Type="http://schemas.openxmlformats.org/officeDocument/2006/relationships/hyperlink" Target="Instructor Week 3 Grams Files/Gram 17/Lofar 4 ABC.glc" TargetMode="External"/><Relationship Id="rId50" Type="http://schemas.openxmlformats.org/officeDocument/2006/relationships/hyperlink" Target="Instructor Week 3 Grams Files/Gram 18/Analysis.png" TargetMode="External"/><Relationship Id="rId51" Type="http://schemas.openxmlformats.org/officeDocument/2006/relationships/hyperlink" Target="Instructor Week 3 Grams Files/Gram 18/Lofar 1.glc" TargetMode="External"/><Relationship Id="rId52" Type="http://schemas.openxmlformats.org/officeDocument/2006/relationships/hyperlink" Target="Instructor Week 3 Grams Files/Gram 19/Analysis.png" TargetMode="External"/><Relationship Id="rId53" Type="http://schemas.openxmlformats.org/officeDocument/2006/relationships/hyperlink" Target="Instructor Week 3 Grams Files/Gram 19/Lofar 1 Loop 1.glc" TargetMode="External"/><Relationship Id="rId54" Type="http://schemas.openxmlformats.org/officeDocument/2006/relationships/hyperlink" Target="Instructor Week 3 Grams Files/Gram 19/Lofar 2.glc" TargetMode="External"/><Relationship Id="rId55" Type="http://schemas.openxmlformats.org/officeDocument/2006/relationships/hyperlink" Target="Instructor Week 3 Grams Files/Gram 19/Lofar 3 ABC.glc" TargetMode="External"/><Relationship Id="rId56" Type="http://schemas.openxmlformats.org/officeDocument/2006/relationships/hyperlink" Target="Instructor Week 3 Grams Files/Gram 19/Lofar 4.glc" TargetMode="External"/><Relationship Id="rId57" Type="http://schemas.openxmlformats.org/officeDocument/2006/relationships/hyperlink" Target="Instructor Week 3 Grams Files/Gram 20/Analysis.png" TargetMode="External"/><Relationship Id="rId58" Type="http://schemas.openxmlformats.org/officeDocument/2006/relationships/hyperlink" Target="Instructor Week 3 Grams Files/Gram 20/Lofar 1 Loop 1.glc" TargetMode="External"/><Relationship Id="rId59" Type="http://schemas.openxmlformats.org/officeDocument/2006/relationships/hyperlink" Target="Instructor Week 3 Grams Files/Gram 20/Lofar 2 ABC.glc" TargetMode="External"/><Relationship Id="rId60" Type="http://schemas.openxmlformats.org/officeDocument/2006/relationships/hyperlink" Target="Instructor Week 3 Grams Files/Gram 20/Lofar 3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21/Analysis.png" TargetMode="External"/><Relationship Id="rId3" Type="http://schemas.openxmlformats.org/officeDocument/2006/relationships/hyperlink" Target="Instructor Week 3 Grams Files/Gram 21/Lofar 1 ABC.glc" TargetMode="External"/><Relationship Id="rId4" Type="http://schemas.openxmlformats.org/officeDocument/2006/relationships/hyperlink" Target="Instructor Week 3 Grams Files/Gram 21/Lofar 2 ABC.glc" TargetMode="External"/><Relationship Id="rId5" Type="http://schemas.openxmlformats.org/officeDocument/2006/relationships/hyperlink" Target="Instructor Week 3 Grams Files/Gram 21/Lofar 3.glc" TargetMode="External"/><Relationship Id="rId6" Type="http://schemas.openxmlformats.org/officeDocument/2006/relationships/hyperlink" Target="Instructor Week 3 Grams Files/Gram 21/Lofar 4 ABC.glc" TargetMode="External"/><Relationship Id="rId7" Type="http://schemas.openxmlformats.org/officeDocument/2006/relationships/hyperlink" Target="Instructor Week 3 Grams Files/Gram 22/Analysis Sheet.docx" TargetMode="External"/><Relationship Id="rId8" Type="http://schemas.openxmlformats.org/officeDocument/2006/relationships/hyperlink" Target="Instructor Week 3 Grams Files/Gram 22/Lofar 1 ABC.glc" TargetMode="External"/><Relationship Id="rId9" Type="http://schemas.openxmlformats.org/officeDocument/2006/relationships/hyperlink" Target="Instructor Week 3 Grams Files/Gram 23/Analysis.png" TargetMode="External"/><Relationship Id="rId10" Type="http://schemas.openxmlformats.org/officeDocument/2006/relationships/hyperlink" Target="Instructor Week 3 Grams Files/Gram 23/Lofar 1 Loop 1.glc" TargetMode="External"/><Relationship Id="rId11" Type="http://schemas.openxmlformats.org/officeDocument/2006/relationships/hyperlink" Target="Instructor Week 3 Grams Files/Gram 25/Analysis Sheet.docx" TargetMode="External"/><Relationship Id="rId12" Type="http://schemas.openxmlformats.org/officeDocument/2006/relationships/hyperlink" Target="Instructor Week 3 Grams Files/Gram 25/Lofar 1 Loop 1.glc" TargetMode="External"/><Relationship Id="rId13" Type="http://schemas.openxmlformats.org/officeDocument/2006/relationships/hyperlink" Target="Instructor Week 3 Grams Files/Gram 25/Lofar 2 ABC.glc" TargetMode="External"/><Relationship Id="rId14" Type="http://schemas.openxmlformats.org/officeDocument/2006/relationships/hyperlink" Target="Instructor Week 3 Grams Files/Gram 25/Lofar 3 Loop 1.glc" TargetMode="External"/><Relationship Id="rId15" Type="http://schemas.openxmlformats.org/officeDocument/2006/relationships/hyperlink" Target="Instructor Week 3 Grams Files/Gram 25/Lofar 4_b.glc" TargetMode="External"/><Relationship Id="rId16" Type="http://schemas.openxmlformats.org/officeDocument/2006/relationships/hyperlink" Target="Instructor Week 3 Grams Files/Gram 26/Analysis.png" TargetMode="External"/><Relationship Id="rId17" Type="http://schemas.openxmlformats.org/officeDocument/2006/relationships/hyperlink" Target="Instructor Week 3 Grams Files/Gram 26/Lofar 1_a.glc" TargetMode="External"/><Relationship Id="rId18" Type="http://schemas.openxmlformats.org/officeDocument/2006/relationships/hyperlink" Target="Instructor Week 3 Grams Files/Gram 26/Lofar 2 Loop 2.glc" TargetMode="External"/><Relationship Id="rId19" Type="http://schemas.openxmlformats.org/officeDocument/2006/relationships/hyperlink" Target="Instructor Week 3 Grams Files/Gram 26/Lofar 3_b.glc" TargetMode="External"/><Relationship Id="rId20" Type="http://schemas.openxmlformats.org/officeDocument/2006/relationships/hyperlink" Target="Instructor Week 3 Grams Files/Gram 26/Lofar 4_a.glc" TargetMode="External"/><Relationship Id="rId21" Type="http://schemas.openxmlformats.org/officeDocument/2006/relationships/hyperlink" Target="Instructor Week 3 Grams Files/Gram 27/Analysis Sheet.docx" TargetMode="External"/><Relationship Id="rId22" Type="http://schemas.openxmlformats.org/officeDocument/2006/relationships/hyperlink" Target="Instructor Week 3 Grams Files/Gram 27/Lofar 1 Loop 2.glc" TargetMode="External"/><Relationship Id="rId23" Type="http://schemas.openxmlformats.org/officeDocument/2006/relationships/hyperlink" Target="Instructor Week 3 Grams Files/Gram 27/Lofar 2.glc" TargetMode="External"/><Relationship Id="rId24" Type="http://schemas.openxmlformats.org/officeDocument/2006/relationships/hyperlink" Target="Instructor Week 3 Grams Files/Gram 29/Analysis Sheet.docx" TargetMode="External"/><Relationship Id="rId25" Type="http://schemas.openxmlformats.org/officeDocument/2006/relationships/hyperlink" Target="Instructor Week 3 Grams Files/Gram 29/Lofar 1 ABC.glc" TargetMode="External"/><Relationship Id="rId26" Type="http://schemas.openxmlformats.org/officeDocument/2006/relationships/hyperlink" Target="Instructor Week 3 Grams Files/Gram 29/Lofar 2_a.glc" TargetMode="External"/><Relationship Id="rId27" Type="http://schemas.openxmlformats.org/officeDocument/2006/relationships/hyperlink" Target="Instructor Week 3 Grams Files/Gram 29/Lofar 3 I.glc" TargetMode="External"/><Relationship Id="rId28" Type="http://schemas.openxmlformats.org/officeDocument/2006/relationships/hyperlink" Target="Instructor Week 3 Grams Files/Gram 29/Lofar 4 Loop 1.glc" TargetMode="External"/><Relationship Id="rId29" Type="http://schemas.openxmlformats.org/officeDocument/2006/relationships/hyperlink" Target="Instructor Week 3 Grams Files/Gram 30/Analysis.png" TargetMode="External"/><Relationship Id="rId30" Type="http://schemas.openxmlformats.org/officeDocument/2006/relationships/hyperlink" Target="Instructor Week 3 Grams Files/Gram 30/Lofar 1 Loop 2.glc" TargetMode="External"/><Relationship Id="rId31" Type="http://schemas.openxmlformats.org/officeDocument/2006/relationships/hyperlink" Target="Instructor Week 3 Grams Files/Gram 30/Lofar 2 I.glc" TargetMode="External"/><Relationship Id="rId32" Type="http://schemas.openxmlformats.org/officeDocument/2006/relationships/hyperlink" Target="Instructor Week 3 Grams Files/Gram 31/Analysis Sheet.docx" TargetMode="External"/><Relationship Id="rId33" Type="http://schemas.openxmlformats.org/officeDocument/2006/relationships/hyperlink" Target="Instructor Week 3 Grams Files/Gram 31/Lofar 1.glc" TargetMode="External"/><Relationship Id="rId34" Type="http://schemas.openxmlformats.org/officeDocument/2006/relationships/hyperlink" Target="Instructor Week 3 Grams Files/Gram 31/Lofar 2.glc" TargetMode="External"/><Relationship Id="rId35" Type="http://schemas.openxmlformats.org/officeDocument/2006/relationships/hyperlink" Target="Instructor Week 3 Grams Files/Gram 32/Analysis.png" TargetMode="External"/><Relationship Id="rId36" Type="http://schemas.openxmlformats.org/officeDocument/2006/relationships/hyperlink" Target="Instructor Week 3 Grams Files/Gram 32/Lofar 1_b.glc" TargetMode="External"/><Relationship Id="rId37" Type="http://schemas.openxmlformats.org/officeDocument/2006/relationships/hyperlink" Target="Instructor Week 3 Grams Files/Gram 32/Lofar 2_b.glc" TargetMode="External"/><Relationship Id="rId38" Type="http://schemas.openxmlformats.org/officeDocument/2006/relationships/hyperlink" Target="Instructor Week 3 Grams Files/Gram 32/Lofar 3 ABC.glc" TargetMode="External"/><Relationship Id="rId39" Type="http://schemas.openxmlformats.org/officeDocument/2006/relationships/hyperlink" Target="Instructor Week 3 Grams Files/Gram 32/Lofar 4 Loop 2.glc" TargetMode="External"/><Relationship Id="rId40" Type="http://schemas.openxmlformats.org/officeDocument/2006/relationships/hyperlink" Target="Instructor Week 3 Grams Files/Gram 33/Analysis.png" TargetMode="External"/><Relationship Id="rId41" Type="http://schemas.openxmlformats.org/officeDocument/2006/relationships/hyperlink" Target="Instructor Week 3 Grams Files/Gram 33/Lofar 1.glc" TargetMode="External"/><Relationship Id="rId42" Type="http://schemas.openxmlformats.org/officeDocument/2006/relationships/hyperlink" Target="Instructor Week 3 Grams Files/Gram 34/Analysis Sheet.docx" TargetMode="External"/><Relationship Id="rId43" Type="http://schemas.openxmlformats.org/officeDocument/2006/relationships/hyperlink" Target="Instructor Week 3 Grams Files/Gram 34/Lofar 1.glc" TargetMode="External"/><Relationship Id="rId44" Type="http://schemas.openxmlformats.org/officeDocument/2006/relationships/hyperlink" Target="Instructor Week 3 Grams Files/Gram 34/Lofar 2_a.glc" TargetMode="External"/><Relationship Id="rId45" Type="http://schemas.openxmlformats.org/officeDocument/2006/relationships/hyperlink" Target="Instructor Week 3 Grams Files/Gram 34/Lofar 3.glc" TargetMode="External"/><Relationship Id="rId46" Type="http://schemas.openxmlformats.org/officeDocument/2006/relationships/hyperlink" Target="Instructor Week 3 Grams Files/Gram 35/Analysis Sheet.docx" TargetMode="External"/><Relationship Id="rId47" Type="http://schemas.openxmlformats.org/officeDocument/2006/relationships/hyperlink" Target="Instructor Week 3 Grams Files/Gram 35/Lofar 1_a.glc" TargetMode="External"/><Relationship Id="rId48" Type="http://schemas.openxmlformats.org/officeDocument/2006/relationships/hyperlink" Target="Instructor Week 3 Grams Files/Gram 35/Lofar 2 Loop 1.glc" TargetMode="External"/><Relationship Id="rId49" Type="http://schemas.openxmlformats.org/officeDocument/2006/relationships/hyperlink" Target="Instructor Week 3 Grams Files/Gram 36/Analysis Sheet.docx" TargetMode="External"/><Relationship Id="rId50" Type="http://schemas.openxmlformats.org/officeDocument/2006/relationships/hyperlink" Target="Instructor Week 3 Grams Files/Gram 36/Lofar 1 ABC.glc" TargetMode="External"/><Relationship Id="rId51" Type="http://schemas.openxmlformats.org/officeDocument/2006/relationships/hyperlink" Target="Instructor Week 3 Grams Files/Gram 36/Lofar 2 I.glc" TargetMode="External"/><Relationship Id="rId52" Type="http://schemas.openxmlformats.org/officeDocument/2006/relationships/hyperlink" Target="Instructor Week 3 Grams Files/Gram 36/Lofar 3_b.glc" TargetMode="External"/><Relationship Id="rId53" Type="http://schemas.openxmlformats.org/officeDocument/2006/relationships/hyperlink" Target="Instructor Week 3 Grams Files/Gram 36/Lofar 4 ABC.glc" TargetMode="External"/><Relationship Id="rId54" Type="http://schemas.openxmlformats.org/officeDocument/2006/relationships/hyperlink" Target="Instructor Week 3 Grams Files/Gram 37/Analysis Sheet.docx" TargetMode="External"/><Relationship Id="rId55" Type="http://schemas.openxmlformats.org/officeDocument/2006/relationships/hyperlink" Target="Instructor Week 3 Grams Files/Gram 37/Lofar 1_b.glc" TargetMode="External"/><Relationship Id="rId56" Type="http://schemas.openxmlformats.org/officeDocument/2006/relationships/hyperlink" Target="Instructor Week 3 Grams Files/Gram 37/Lofar 2 I.glc" TargetMode="External"/><Relationship Id="rId57" Type="http://schemas.openxmlformats.org/officeDocument/2006/relationships/hyperlink" Target="Instructor Week 3 Grams Files/Gram 37/Lofar 3 I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38/Analysis.png" TargetMode="External"/><Relationship Id="rId3" Type="http://schemas.openxmlformats.org/officeDocument/2006/relationships/hyperlink" Target="Instructor Week 3 Grams Files/Gram 38/Lofar 1 I.glc" TargetMode="External"/><Relationship Id="rId4" Type="http://schemas.openxmlformats.org/officeDocument/2006/relationships/hyperlink" Target="Instructor Week 3 Grams Files/Gram 38/Lofar 2 Loop 2.glc" TargetMode="External"/><Relationship Id="rId5" Type="http://schemas.openxmlformats.org/officeDocument/2006/relationships/hyperlink" Target="Instructor Week 3 Grams Files/Gram 39/Analysis Sheet.docx" TargetMode="External"/><Relationship Id="rId6" Type="http://schemas.openxmlformats.org/officeDocument/2006/relationships/hyperlink" Target="Instructor Week 3 Grams Files/Gram 39/Lofar 1 Loop 1.glc" TargetMode="External"/><Relationship Id="rId7" Type="http://schemas.openxmlformats.org/officeDocument/2006/relationships/hyperlink" Target="Instructor Week 3 Grams Files/Gram 39/Lofar 2 I.glc" TargetMode="External"/><Relationship Id="rId8" Type="http://schemas.openxmlformats.org/officeDocument/2006/relationships/hyperlink" Target="Instructor Week 3 Grams Files/Gram 39/Lofar 3_a.glc" TargetMode="External"/><Relationship Id="rId9" Type="http://schemas.openxmlformats.org/officeDocument/2006/relationships/hyperlink" Target="Instructor Week 3 Grams Files/Gram 39/Lofar 4_a.glc" TargetMode="External"/><Relationship Id="rId10" Type="http://schemas.openxmlformats.org/officeDocument/2006/relationships/hyperlink" Target="Instructor Week 3 Grams Files/Gram 40/Analysis.png" TargetMode="External"/><Relationship Id="rId11" Type="http://schemas.openxmlformats.org/officeDocument/2006/relationships/hyperlink" Target="Instructor Week 3 Grams Files/Gram 40/Lofar 1 Loop 1.glc" TargetMode="External"/><Relationship Id="rId12" Type="http://schemas.openxmlformats.org/officeDocument/2006/relationships/hyperlink" Target="Instructor Week 3 Grams Files/Gram 40/Lofar 2 Loop 1.glc" TargetMode="External"/><Relationship Id="rId13" Type="http://schemas.openxmlformats.org/officeDocument/2006/relationships/hyperlink" Target="Instructor Week 3 Grams Files/Gram 40/Lofar 3 I.glc" TargetMode="External"/><Relationship Id="rId14" Type="http://schemas.openxmlformats.org/officeDocument/2006/relationships/hyperlink" Target="Instructor Week 3 Grams Files/Gram 40/Lofar 4 Loop 2.glc" TargetMode="External"/><Relationship Id="rId15" Type="http://schemas.openxmlformats.org/officeDocument/2006/relationships/hyperlink" Target="Instructor Week 3 Grams Files/Gram 41/Analysis Sheet.docx" TargetMode="External"/><Relationship Id="rId16" Type="http://schemas.openxmlformats.org/officeDocument/2006/relationships/hyperlink" Target="Instructor Week 3 Grams Files/Gram 41/Lofar 1_a.glc" TargetMode="External"/><Relationship Id="rId17" Type="http://schemas.openxmlformats.org/officeDocument/2006/relationships/hyperlink" Target="Instructor Week 3 Grams Files/Gram 41/Lofar 2 ABC.glc" TargetMode="External"/><Relationship Id="rId18" Type="http://schemas.openxmlformats.org/officeDocument/2006/relationships/hyperlink" Target="Instructor Week 3 Grams Files/Gram 41/Lofar 3 ABC.glc" TargetMode="External"/><Relationship Id="rId19" Type="http://schemas.openxmlformats.org/officeDocument/2006/relationships/hyperlink" Target="Instructor Week 3 Grams Files/Gram 42/Analysis.png" TargetMode="External"/><Relationship Id="rId20" Type="http://schemas.openxmlformats.org/officeDocument/2006/relationships/hyperlink" Target="Instructor Week 3 Grams Files/Gram 42/Lofar 1 Loop 2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Intrepid-class contact bearing 127, codename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/>
          <p:cNvSpPr/>
          <p:nvPr>
            <a:hlinkClick r:id="rId6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Miranda-class, Category 3, Tatooine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Outrider, Category 2, Cardassia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3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Defiant, Category 4, Defiant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  <a:p>
            <a:r>
              <a:rPr sz="800">
                <a:hlinkClick r:id="rId17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8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Nebulon-B, Category 4,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3" name="Rounded Rectangle 12"/>
          <p:cNvSpPr/>
          <p:nvPr>
            <a:hlinkClick r:id="rId23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Devastator, Category 3, Trill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5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Discovery contact bearing 231, codename Gandalf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7" name="Rounded Rectangle 16"/>
          <p:cNvSpPr/>
          <p:nvPr>
            <a:hlinkClick r:id="rId28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Devastator, Category 3, Tantive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31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Star Destroyer, Category 3,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Imperial-class, Category 1, Yavin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40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Mon Calamari Cruiser, Category 2,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  <a:p>
            <a:r>
              <a:rPr sz="800">
                <a:hlinkClick r:id="rId43"/>
              </a:rPr>
              <a:t>Lofar 3</a:t>
            </a:r>
          </a:p>
          <a:p>
            <a:r>
              <a:rPr sz="800">
                <a:hlinkClick r:id="rId44"/>
              </a:rPr>
              <a:t>Lofar 4</a:t>
            </a:r>
          </a:p>
        </p:txBody>
      </p:sp>
      <p:sp>
        <p:nvSpPr>
          <p:cNvPr id="25" name="Rounded Rectangle 24"/>
          <p:cNvSpPr/>
          <p:nvPr>
            <a:hlinkClick r:id="rId45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Razor Crest, Category 1,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50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X-wing, Category 3, Defiant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52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Devastator contact bearing 194, codename Trill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  <a:p>
            <a:r>
              <a:rPr sz="800">
                <a:hlinkClick r:id="rId56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57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TIE Fighter, Category 1, Coruscant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8"/>
              </a:rPr>
              <a:t>Lofar 1</a:t>
            </a:r>
          </a:p>
          <a:p>
            <a:r>
              <a:rPr sz="800">
                <a:hlinkClick r:id="rId59"/>
              </a:rPr>
              <a:t>Lofar 2</a:t>
            </a:r>
          </a:p>
          <a:p>
            <a:r>
              <a:rPr sz="800">
                <a:hlinkClick r:id="rId60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Discovery, Category 4,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Razor Crest contact bearing 239,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Devastator, Category 1, Risa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1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Imperial-class, Category 4,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  <a:p>
            <a:r>
              <a:rPr sz="800">
                <a:hlinkClick r:id="rId15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6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Enterprise contact bearing 229,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3" name="Rounded Rectangle 12"/>
          <p:cNvSpPr/>
          <p:nvPr>
            <a:hlinkClick r:id="rId21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Prometheus, Category 1,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</p:txBody>
      </p:sp>
      <p:sp>
        <p:nvSpPr>
          <p:cNvPr id="15" name="Rounded Rectangle 14"/>
          <p:cNvSpPr/>
          <p:nvPr>
            <a:hlinkClick r:id="rId24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X-wing, Category 1, Betazed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9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Imperial-class, Category 1, Vulcan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32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B-wing, Category 2, Hoth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  <a:p>
            <a:r>
              <a:rPr sz="800">
                <a:hlinkClick r:id="rId34"/>
              </a:rPr>
              <a:t>Lofar 2</a:t>
            </a:r>
          </a:p>
        </p:txBody>
      </p:sp>
      <p:sp>
        <p:nvSpPr>
          <p:cNvPr id="21" name="Rounded Rectangle 20"/>
          <p:cNvSpPr/>
          <p:nvPr>
            <a:hlinkClick r:id="rId3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Venator-class contact bearing 263, codename Risa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40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Ghost, Category 2,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42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Cerritos contact bearing 004, codename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</p:txBody>
      </p:sp>
      <p:sp>
        <p:nvSpPr>
          <p:cNvPr id="27" name="Rounded Rectangle 26"/>
          <p:cNvSpPr/>
          <p:nvPr>
            <a:hlinkClick r:id="rId46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Intrepid-class, Category 2, Gandalf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4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Rebel One, Category 3, Mustafar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  <a:p>
            <a:r>
              <a:rPr sz="800">
                <a:hlinkClick r:id="rId53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54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Intrepid-class, Category 2,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5"/>
              </a:rPr>
              <a:t>Lofar 1</a:t>
            </a:r>
          </a:p>
          <a:p>
            <a:r>
              <a:rPr sz="800">
                <a:hlinkClick r:id="rId56"/>
              </a:rPr>
              <a:t>Lofar 2</a:t>
            </a:r>
          </a:p>
          <a:p>
            <a:r>
              <a:rPr sz="800">
                <a:hlinkClick r:id="rId57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Reliant, Category 3, Caprica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Stargazer, Category 1,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Defiant-class, Category 2, Endor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5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Tantive IV, Category 3,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TIE Bomber, Category 3, Mustafar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