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6" d="100"/>
          <a:sy n="116" d="100"/>
        </p:scale>
        <p:origin x="138" y="3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Instructor%20Progress%20Test%203%20Grams%20Files/Gram%207/Analysis.png" TargetMode="External"/><Relationship Id="rId18" Type="http://schemas.openxmlformats.org/officeDocument/2006/relationships/hyperlink" Target="Instructor%20Progress%20Test%203%20Grams%20Files/Gram%208/Lofar%202%20Loop%201.glc" TargetMode="External"/><Relationship Id="rId26" Type="http://schemas.openxmlformats.org/officeDocument/2006/relationships/hyperlink" Target="Instructor%20Progress%20Test%203%20Grams%20Files/Gram%2010/Lofar%201_a.glc" TargetMode="External"/><Relationship Id="rId39" Type="http://schemas.openxmlformats.org/officeDocument/2006/relationships/hyperlink" Target="Instructor%20Progress%20Test%203%20Grams%20Files/Gram%2017/Lofar%202_a.glc" TargetMode="External"/><Relationship Id="rId21" Type="http://schemas.openxmlformats.org/officeDocument/2006/relationships/hyperlink" Target="Instructor%20Progress%20Test%203%20Grams%20Files/Gram%209/Analysis.png" TargetMode="External"/><Relationship Id="rId34" Type="http://schemas.openxmlformats.org/officeDocument/2006/relationships/hyperlink" Target="Instructor%20Progress%20Test%203%20Grams%20Files/Gram%2014/Lofar%204%20Loop%202.glc" TargetMode="External"/><Relationship Id="rId42" Type="http://schemas.openxmlformats.org/officeDocument/2006/relationships/hyperlink" Target="Instructor%20Progress%20Test%203%20Grams%20Files/Gram%2019/Analysis%20Sheet.docx" TargetMode="External"/><Relationship Id="rId47" Type="http://schemas.openxmlformats.org/officeDocument/2006/relationships/hyperlink" Target="Instructor%20Progress%20Test%203%20Grams%20Files/Gram%2020/Analysis.png" TargetMode="External"/><Relationship Id="rId50" Type="http://schemas.openxmlformats.org/officeDocument/2006/relationships/hyperlink" Target="Instructor%20Progress%20Test%203%20Grams%20Files/Gram%2020/Lofar%203%20I.glc" TargetMode="External"/><Relationship Id="rId7" Type="http://schemas.openxmlformats.org/officeDocument/2006/relationships/hyperlink" Target="Instructor%20Progress%20Test%203%20Grams%20Files/Gram%204/Lofar%201%20Loop%202.glc" TargetMode="External"/><Relationship Id="rId2" Type="http://schemas.openxmlformats.org/officeDocument/2006/relationships/hyperlink" Target="Instructor%20Progress%20Test%203%20Grams%20Files/Gram%201/Analysis%20Sheet.docx" TargetMode="External"/><Relationship Id="rId16" Type="http://schemas.openxmlformats.org/officeDocument/2006/relationships/hyperlink" Target="Instructor%20Progress%20Test%203%20Grams%20Files/Gram%208/Analysis.png" TargetMode="External"/><Relationship Id="rId29" Type="http://schemas.openxmlformats.org/officeDocument/2006/relationships/hyperlink" Target="Instructor%20Progress%20Test%203%20Grams%20Files/Gram%2013/Lofar%201%20I.glc" TargetMode="External"/><Relationship Id="rId11" Type="http://schemas.openxmlformats.org/officeDocument/2006/relationships/hyperlink" Target="Instructor%20Progress%20Test%203%20Grams%20Files/Gram%206/Lofar%201.glc" TargetMode="External"/><Relationship Id="rId24" Type="http://schemas.openxmlformats.org/officeDocument/2006/relationships/hyperlink" Target="Instructor%20Progress%20Test%203%20Grams%20Files/Gram%209/Lofar%203_a.glc" TargetMode="External"/><Relationship Id="rId32" Type="http://schemas.openxmlformats.org/officeDocument/2006/relationships/hyperlink" Target="Instructor%20Progress%20Test%203%20Grams%20Files/Gram%2014/Lofar%202%20Loop%201.glc" TargetMode="External"/><Relationship Id="rId37" Type="http://schemas.openxmlformats.org/officeDocument/2006/relationships/hyperlink" Target="Instructor%20Progress%20Test%203%20Grams%20Files/Gram%2017/Analysis.png" TargetMode="External"/><Relationship Id="rId40" Type="http://schemas.openxmlformats.org/officeDocument/2006/relationships/hyperlink" Target="Instructor%20Progress%20Test%203%20Grams%20Files/Gram%2017/Lofar%203%20I.glc" TargetMode="External"/><Relationship Id="rId45" Type="http://schemas.openxmlformats.org/officeDocument/2006/relationships/hyperlink" Target="Instructor%20Progress%20Test%203%20Grams%20Files/Gram%2019/Lofar%203_b.glc" TargetMode="External"/><Relationship Id="rId53" Type="http://schemas.openxmlformats.org/officeDocument/2006/relationships/hyperlink" Target="Instructor%20Progress%20Test%203%20Grams%20Files/Gram%2021/Lofar%201.glc" TargetMode="External"/><Relationship Id="rId5" Type="http://schemas.openxmlformats.org/officeDocument/2006/relationships/hyperlink" Target="Instructor%20Progress%20Test%203%20Grams%20Files/Gram%202/Lofar%201.glc" TargetMode="External"/><Relationship Id="rId10" Type="http://schemas.openxmlformats.org/officeDocument/2006/relationships/hyperlink" Target="Instructor%20Progress%20Test%203%20Grams%20Files/Gram%206/Analysis%20Sheet.docx" TargetMode="External"/><Relationship Id="rId19" Type="http://schemas.openxmlformats.org/officeDocument/2006/relationships/hyperlink" Target="Instructor%20Progress%20Test%203%20Grams%20Files/Gram%208/Lofar%203_b.glc" TargetMode="External"/><Relationship Id="rId31" Type="http://schemas.openxmlformats.org/officeDocument/2006/relationships/hyperlink" Target="Instructor%20Progress%20Test%203%20Grams%20Files/Gram%2014/Lofar%201_b.glc" TargetMode="External"/><Relationship Id="rId44" Type="http://schemas.openxmlformats.org/officeDocument/2006/relationships/hyperlink" Target="Instructor%20Progress%20Test%203%20Grams%20Files/Gram%2019/Lofar%202.glc" TargetMode="External"/><Relationship Id="rId52" Type="http://schemas.openxmlformats.org/officeDocument/2006/relationships/hyperlink" Target="Instructor%20Progress%20Test%203%20Grams%20Files/Gram%2021/Analysis%20Sheet.docx" TargetMode="External"/><Relationship Id="rId4" Type="http://schemas.openxmlformats.org/officeDocument/2006/relationships/hyperlink" Target="Instructor%20Progress%20Test%203%20Grams%20Files/Gram%202/Analysis%20Sheet.docx" TargetMode="External"/><Relationship Id="rId9" Type="http://schemas.openxmlformats.org/officeDocument/2006/relationships/hyperlink" Target="Instructor%20Progress%20Test%203%20Grams%20Files/Gram%204/Lofar%203%20Loop%202.glc" TargetMode="External"/><Relationship Id="rId14" Type="http://schemas.openxmlformats.org/officeDocument/2006/relationships/hyperlink" Target="Instructor%20Progress%20Test%203%20Grams%20Files/Gram%207/Lofar%201_b.glc" TargetMode="External"/><Relationship Id="rId22" Type="http://schemas.openxmlformats.org/officeDocument/2006/relationships/hyperlink" Target="Instructor%20Progress%20Test%203%20Grams%20Files/Gram%209/Lofar%201%20Loop%201.glc" TargetMode="External"/><Relationship Id="rId27" Type="http://schemas.openxmlformats.org/officeDocument/2006/relationships/hyperlink" Target="Instructor%20Progress%20Test%203%20Grams%20Files/Gram%2010/Lofar%202%20I.glc" TargetMode="External"/><Relationship Id="rId30" Type="http://schemas.openxmlformats.org/officeDocument/2006/relationships/hyperlink" Target="Instructor%20Progress%20Test%203%20Grams%20Files/Gram%2014/Analysis.png" TargetMode="External"/><Relationship Id="rId35" Type="http://schemas.openxmlformats.org/officeDocument/2006/relationships/hyperlink" Target="Instructor%20Progress%20Test%203%20Grams%20Files/Gram%2015/Analysis.png" TargetMode="External"/><Relationship Id="rId43" Type="http://schemas.openxmlformats.org/officeDocument/2006/relationships/hyperlink" Target="Instructor%20Progress%20Test%203%20Grams%20Files/Gram%2019/Lofar%201.glc" TargetMode="External"/><Relationship Id="rId48" Type="http://schemas.openxmlformats.org/officeDocument/2006/relationships/hyperlink" Target="Instructor%20Progress%20Test%203%20Grams%20Files/Gram%2020/Lofar%201%20Loop%202.glc" TargetMode="External"/><Relationship Id="rId8" Type="http://schemas.openxmlformats.org/officeDocument/2006/relationships/hyperlink" Target="Instructor%20Progress%20Test%203%20Grams%20Files/Gram%204/Lofar%202%20Loop%201.glc" TargetMode="External"/><Relationship Id="rId51" Type="http://schemas.openxmlformats.org/officeDocument/2006/relationships/hyperlink" Target="Instructor%20Progress%20Test%203%20Grams%20Files/Gram%2020/Lofar%204%20I.glc" TargetMode="External"/><Relationship Id="rId3" Type="http://schemas.openxmlformats.org/officeDocument/2006/relationships/hyperlink" Target="Instructor%20Progress%20Test%203%20Grams%20Files/Gram%201/Lofar%201%20Loop%202.glc" TargetMode="External"/><Relationship Id="rId12" Type="http://schemas.openxmlformats.org/officeDocument/2006/relationships/hyperlink" Target="Instructor%20Progress%20Test%203%20Grams%20Files/Gram%206/Lofar%202%20ABC.glc" TargetMode="External"/><Relationship Id="rId17" Type="http://schemas.openxmlformats.org/officeDocument/2006/relationships/hyperlink" Target="Instructor%20Progress%20Test%203%20Grams%20Files/Gram%208/Lofar%201%20ABC.glc" TargetMode="External"/><Relationship Id="rId25" Type="http://schemas.openxmlformats.org/officeDocument/2006/relationships/hyperlink" Target="Instructor%20Progress%20Test%203%20Grams%20Files/Gram%2010/Analysis.png" TargetMode="External"/><Relationship Id="rId33" Type="http://schemas.openxmlformats.org/officeDocument/2006/relationships/hyperlink" Target="Instructor%20Progress%20Test%203%20Grams%20Files/Gram%2014/Lofar%203%20Loop%202.glc" TargetMode="External"/><Relationship Id="rId38" Type="http://schemas.openxmlformats.org/officeDocument/2006/relationships/hyperlink" Target="Instructor%20Progress%20Test%203%20Grams%20Files/Gram%2017/Lofar%201%20Loop%201.glc" TargetMode="External"/><Relationship Id="rId46" Type="http://schemas.openxmlformats.org/officeDocument/2006/relationships/hyperlink" Target="Instructor%20Progress%20Test%203%20Grams%20Files/Gram%2019/Lofar%204_b.glc" TargetMode="External"/><Relationship Id="rId20" Type="http://schemas.openxmlformats.org/officeDocument/2006/relationships/hyperlink" Target="Instructor%20Progress%20Test%203%20Grams%20Files/Gram%208/Lofar%204_b.glc" TargetMode="External"/><Relationship Id="rId41" Type="http://schemas.openxmlformats.org/officeDocument/2006/relationships/hyperlink" Target="Instructor%20Progress%20Test%203%20Grams%20Files/Gram%2017/Lofar%204%20ABC.glc" TargetMode="External"/><Relationship Id="rId54" Type="http://schemas.openxmlformats.org/officeDocument/2006/relationships/hyperlink" Target="Instructor%20Progress%20Test%203%20Grams%20Files/Gram%2021/Lofar%202%20Loop%202.glc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Instructor%20Progress%20Test%203%20Grams%20Files/Gram%204/Analysis%20Sheet.docx" TargetMode="External"/><Relationship Id="rId15" Type="http://schemas.openxmlformats.org/officeDocument/2006/relationships/hyperlink" Target="Instructor%20Progress%20Test%203%20Grams%20Files/Gram%207/Lofar%202_b.glc" TargetMode="External"/><Relationship Id="rId23" Type="http://schemas.openxmlformats.org/officeDocument/2006/relationships/hyperlink" Target="Instructor%20Progress%20Test%203%20Grams%20Files/Gram%209/Lofar%202_a.glc" TargetMode="External"/><Relationship Id="rId28" Type="http://schemas.openxmlformats.org/officeDocument/2006/relationships/hyperlink" Target="Instructor%20Progress%20Test%203%20Grams%20Files/Gram%2013/Analysis%20Sheet.docx" TargetMode="External"/><Relationship Id="rId36" Type="http://schemas.openxmlformats.org/officeDocument/2006/relationships/hyperlink" Target="Instructor%20Progress%20Test%203%20Grams%20Files/Gram%2015/Lofar%201%20ABC.glc" TargetMode="External"/><Relationship Id="rId49" Type="http://schemas.openxmlformats.org/officeDocument/2006/relationships/hyperlink" Target="Instructor%20Progress%20Test%203%20Grams%20Files/Gram%2020/Lofar%202%20Loop%202.glc" TargetMode="Externa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hyperlink" Target="Instructor%20Progress%20Test%203%20Grams%20Files/Gram%2024/Lofar%203%20I.glc" TargetMode="External"/><Relationship Id="rId18" Type="http://schemas.openxmlformats.org/officeDocument/2006/relationships/hyperlink" Target="Instructor%20Progress%20Test%203%20Grams%20Files/Gram%2026/Lofar%201%20I.glc" TargetMode="External"/><Relationship Id="rId26" Type="http://schemas.openxmlformats.org/officeDocument/2006/relationships/hyperlink" Target="Instructor%20Progress%20Test%203%20Grams%20Files/Gram%2028/Lofar%202%20I.glc" TargetMode="External"/><Relationship Id="rId39" Type="http://schemas.openxmlformats.org/officeDocument/2006/relationships/hyperlink" Target="Instructor%20Progress%20Test%203%20Grams%20Files/Gram%2032/Analysis.png" TargetMode="External"/><Relationship Id="rId21" Type="http://schemas.openxmlformats.org/officeDocument/2006/relationships/hyperlink" Target="Instructor%20Progress%20Test%203%20Grams%20Files/Gram%2027/Lofar%202%20I.glc" TargetMode="External"/><Relationship Id="rId34" Type="http://schemas.openxmlformats.org/officeDocument/2006/relationships/hyperlink" Target="Instructor%20Progress%20Test%203%20Grams%20Files/Gram%2031/Analysis%20Sheet.docx" TargetMode="External"/><Relationship Id="rId42" Type="http://schemas.openxmlformats.org/officeDocument/2006/relationships/hyperlink" Target="Instructor%20Progress%20Test%203%20Grams%20Files/Gram%2033/Lofar%201.glc" TargetMode="External"/><Relationship Id="rId47" Type="http://schemas.openxmlformats.org/officeDocument/2006/relationships/hyperlink" Target="Instructor%20Progress%20Test%203%20Grams%20Files/Gram%2035/Lofar%202%20ABC.glc" TargetMode="External"/><Relationship Id="rId50" Type="http://schemas.openxmlformats.org/officeDocument/2006/relationships/hyperlink" Target="Instructor%20Progress%20Test%203%20Grams%20Files/Gram%2036/Analysis.png" TargetMode="External"/><Relationship Id="rId7" Type="http://schemas.openxmlformats.org/officeDocument/2006/relationships/hyperlink" Target="Instructor%20Progress%20Test%203%20Grams%20Files/Gram%2023/Analysis.png" TargetMode="External"/><Relationship Id="rId2" Type="http://schemas.openxmlformats.org/officeDocument/2006/relationships/hyperlink" Target="Instructor%20Progress%20Test%203%20Grams%20Files/Gram%2022/Analysis.png" TargetMode="External"/><Relationship Id="rId16" Type="http://schemas.openxmlformats.org/officeDocument/2006/relationships/hyperlink" Target="Instructor%20Progress%20Test%203%20Grams%20Files/Gram%2025/Lofar%201_b.glc" TargetMode="External"/><Relationship Id="rId29" Type="http://schemas.openxmlformats.org/officeDocument/2006/relationships/hyperlink" Target="Instructor%20Progress%20Test%203%20Grams%20Files/Gram%2029/Lofar%202_a.glc" TargetMode="External"/><Relationship Id="rId11" Type="http://schemas.openxmlformats.org/officeDocument/2006/relationships/hyperlink" Target="Instructor%20Progress%20Test%203%20Grams%20Files/Gram%2024/Lofar%201%20Loop%202.glc" TargetMode="External"/><Relationship Id="rId24" Type="http://schemas.openxmlformats.org/officeDocument/2006/relationships/hyperlink" Target="Instructor%20Progress%20Test%203%20Grams%20Files/Gram%2028/Analysis.png" TargetMode="External"/><Relationship Id="rId32" Type="http://schemas.openxmlformats.org/officeDocument/2006/relationships/hyperlink" Target="Instructor%20Progress%20Test%203%20Grams%20Files/Gram%2030/Lofar%202%20Loop%201.glc" TargetMode="External"/><Relationship Id="rId37" Type="http://schemas.openxmlformats.org/officeDocument/2006/relationships/hyperlink" Target="Instructor%20Progress%20Test%203%20Grams%20Files/Gram%2031/Lofar%203%20I.glc" TargetMode="External"/><Relationship Id="rId40" Type="http://schemas.openxmlformats.org/officeDocument/2006/relationships/hyperlink" Target="Instructor%20Progress%20Test%203%20Grams%20Files/Gram%2032/Lofar%201%20Loop%202.glc" TargetMode="External"/><Relationship Id="rId45" Type="http://schemas.openxmlformats.org/officeDocument/2006/relationships/hyperlink" Target="Instructor%20Progress%20Test%203%20Grams%20Files/Gram%2035/Analysis.png" TargetMode="External"/><Relationship Id="rId53" Type="http://schemas.openxmlformats.org/officeDocument/2006/relationships/hyperlink" Target="Instructor%20Progress%20Test%203%20Grams%20Files/Gram%2036/Lofar%203%20ABC.glc" TargetMode="External"/><Relationship Id="rId5" Type="http://schemas.openxmlformats.org/officeDocument/2006/relationships/hyperlink" Target="Instructor%20Progress%20Test%203%20Grams%20Files/Gram%2022/Lofar%203%20Loop%202.glc" TargetMode="External"/><Relationship Id="rId10" Type="http://schemas.openxmlformats.org/officeDocument/2006/relationships/hyperlink" Target="Instructor%20Progress%20Test%203%20Grams%20Files/Gram%2024/Analysis%20Sheet.docx" TargetMode="External"/><Relationship Id="rId19" Type="http://schemas.openxmlformats.org/officeDocument/2006/relationships/hyperlink" Target="Instructor%20Progress%20Test%203%20Grams%20Files/Gram%2027/Analysis%20Sheet.docx" TargetMode="External"/><Relationship Id="rId31" Type="http://schemas.openxmlformats.org/officeDocument/2006/relationships/hyperlink" Target="Instructor%20Progress%20Test%203%20Grams%20Files/Gram%2030/Lofar%201_b.glc" TargetMode="External"/><Relationship Id="rId44" Type="http://schemas.openxmlformats.org/officeDocument/2006/relationships/hyperlink" Target="Instructor%20Progress%20Test%203%20Grams%20Files/Gram%2034/Lofar%201%20Loop%201.glc" TargetMode="External"/><Relationship Id="rId52" Type="http://schemas.openxmlformats.org/officeDocument/2006/relationships/hyperlink" Target="Instructor%20Progress%20Test%203%20Grams%20Files/Gram%2036/Lofar%202%20Loop%202.glc" TargetMode="External"/><Relationship Id="rId4" Type="http://schemas.openxmlformats.org/officeDocument/2006/relationships/hyperlink" Target="Instructor%20Progress%20Test%203%20Grams%20Files/Gram%2022/Lofar%202%20Loop%202.glc" TargetMode="External"/><Relationship Id="rId9" Type="http://schemas.openxmlformats.org/officeDocument/2006/relationships/hyperlink" Target="Instructor%20Progress%20Test%203%20Grams%20Files/Gram%2023/Lofar%202_b.glc" TargetMode="External"/><Relationship Id="rId14" Type="http://schemas.openxmlformats.org/officeDocument/2006/relationships/hyperlink" Target="Instructor%20Progress%20Test%203%20Grams%20Files/Gram%2024/Lofar%204_b.glc" TargetMode="External"/><Relationship Id="rId22" Type="http://schemas.openxmlformats.org/officeDocument/2006/relationships/hyperlink" Target="Instructor%20Progress%20Test%203%20Grams%20Files/Gram%2027/Lofar%203.glc" TargetMode="External"/><Relationship Id="rId27" Type="http://schemas.openxmlformats.org/officeDocument/2006/relationships/hyperlink" Target="Instructor%20Progress%20Test%203%20Grams%20Files/Gram%2029/Analysis%20Sheet.docx" TargetMode="External"/><Relationship Id="rId30" Type="http://schemas.openxmlformats.org/officeDocument/2006/relationships/hyperlink" Target="Instructor%20Progress%20Test%203%20Grams%20Files/Gram%2030/Analysis.png" TargetMode="External"/><Relationship Id="rId35" Type="http://schemas.openxmlformats.org/officeDocument/2006/relationships/hyperlink" Target="Instructor%20Progress%20Test%203%20Grams%20Files/Gram%2031/Lofar%201%20Loop%201.glc" TargetMode="External"/><Relationship Id="rId43" Type="http://schemas.openxmlformats.org/officeDocument/2006/relationships/hyperlink" Target="Instructor%20Progress%20Test%203%20Grams%20Files/Gram%2034/Analysis.png" TargetMode="External"/><Relationship Id="rId48" Type="http://schemas.openxmlformats.org/officeDocument/2006/relationships/hyperlink" Target="Instructor%20Progress%20Test%203%20Grams%20Files/Gram%2035/Lofar%203_b.glc" TargetMode="External"/><Relationship Id="rId8" Type="http://schemas.openxmlformats.org/officeDocument/2006/relationships/hyperlink" Target="Instructor%20Progress%20Test%203%20Grams%20Files/Gram%2023/Lofar%201%20Loop%202.glc" TargetMode="External"/><Relationship Id="rId51" Type="http://schemas.openxmlformats.org/officeDocument/2006/relationships/hyperlink" Target="Instructor%20Progress%20Test%203%20Grams%20Files/Gram%2036/Lofar%201_b.glc" TargetMode="External"/><Relationship Id="rId3" Type="http://schemas.openxmlformats.org/officeDocument/2006/relationships/hyperlink" Target="Instructor%20Progress%20Test%203%20Grams%20Files/Gram%2022/Lofar%201.glc" TargetMode="External"/><Relationship Id="rId12" Type="http://schemas.openxmlformats.org/officeDocument/2006/relationships/hyperlink" Target="Instructor%20Progress%20Test%203%20Grams%20Files/Gram%2024/Lofar%202%20I.glc" TargetMode="External"/><Relationship Id="rId17" Type="http://schemas.openxmlformats.org/officeDocument/2006/relationships/hyperlink" Target="Instructor%20Progress%20Test%203%20Grams%20Files/Gram%2026/Analysis%20Sheet.docx" TargetMode="External"/><Relationship Id="rId25" Type="http://schemas.openxmlformats.org/officeDocument/2006/relationships/hyperlink" Target="Instructor%20Progress%20Test%203%20Grams%20Files/Gram%2028/Lofar%201%20Loop%202.glc" TargetMode="External"/><Relationship Id="rId33" Type="http://schemas.openxmlformats.org/officeDocument/2006/relationships/hyperlink" Target="Instructor%20Progress%20Test%203%20Grams%20Files/Gram%2030/Lofar%203_b.glc" TargetMode="External"/><Relationship Id="rId38" Type="http://schemas.openxmlformats.org/officeDocument/2006/relationships/hyperlink" Target="Instructor%20Progress%20Test%203%20Grams%20Files/Gram%2031/Lofar%204_b.glc" TargetMode="External"/><Relationship Id="rId46" Type="http://schemas.openxmlformats.org/officeDocument/2006/relationships/hyperlink" Target="Instructor%20Progress%20Test%203%20Grams%20Files/Gram%2035/Lofar%201_b.glc" TargetMode="External"/><Relationship Id="rId20" Type="http://schemas.openxmlformats.org/officeDocument/2006/relationships/hyperlink" Target="Instructor%20Progress%20Test%203%20Grams%20Files/Gram%2027/Lofar%201%20Loop%201.glc" TargetMode="External"/><Relationship Id="rId41" Type="http://schemas.openxmlformats.org/officeDocument/2006/relationships/hyperlink" Target="Instructor%20Progress%20Test%203%20Grams%20Files/Gram%2033/Analysis.png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Instructor%20Progress%20Test%203%20Grams%20Files/Gram%2022/Lofar%204_b.glc" TargetMode="External"/><Relationship Id="rId15" Type="http://schemas.openxmlformats.org/officeDocument/2006/relationships/hyperlink" Target="Instructor%20Progress%20Test%203%20Grams%20Files/Gram%2025/Analysis.png" TargetMode="External"/><Relationship Id="rId23" Type="http://schemas.openxmlformats.org/officeDocument/2006/relationships/hyperlink" Target="Instructor%20Progress%20Test%203%20Grams%20Files/Gram%2027/Lofar%204%20Loop%202.glc" TargetMode="External"/><Relationship Id="rId28" Type="http://schemas.openxmlformats.org/officeDocument/2006/relationships/hyperlink" Target="Instructor%20Progress%20Test%203%20Grams%20Files/Gram%2029/Lofar%201%20I.glc" TargetMode="External"/><Relationship Id="rId36" Type="http://schemas.openxmlformats.org/officeDocument/2006/relationships/hyperlink" Target="Instructor%20Progress%20Test%203%20Grams%20Files/Gram%2031/Lofar%202%20Loop%201.glc" TargetMode="External"/><Relationship Id="rId49" Type="http://schemas.openxmlformats.org/officeDocument/2006/relationships/hyperlink" Target="Instructor%20Progress%20Test%203%20Grams%20Files/Gram%2035/Lofar%204%20I.glc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1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Millennium Falcon, Category 3, Mustafar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X-wing contact bearing 140, codename Endor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</p:txBody>
      </p:sp>
      <p:sp>
        <p:nvSpPr>
          <p:cNvPr id="7" name="Rounded Rectangle 6">
            <a:hlinkClick r:id="rId6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Rebel One, Category 2, Naboo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FR Outrider,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Imperial-class contact bearing 172, codename Betazed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>
            <a:hlinkClick r:id="rId16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FR Outrider, Category 1, Romulus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A-wing, Category 3,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Cerritos, Category 4,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Corellian Corvette contact bearing 190, codename Caprica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>
            <a:hlinkClick r:id="rId30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Corellian Corvette, Category 1, Naboo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>
            <a:hlinkClick r:id="rId35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TIE Fighter, Category 1,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Sovereign-class contact bearing 335, codename Yavin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  <a:p>
            <a:r>
              <a:rPr sz="800">
                <a:hlinkClick r:id="rId41"/>
              </a:rPr>
              <a:t>Lofar 4</a:t>
            </a:r>
          </a:p>
        </p:txBody>
      </p:sp>
      <p:sp>
        <p:nvSpPr>
          <p:cNvPr id="27" name="Rounded Rectangle 26">
            <a:hlinkClick r:id="rId42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Lambda Shuttle contact bearing 244, codename Tatooine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  <a:p>
            <a:r>
              <a:rPr sz="800">
                <a:hlinkClick r:id="rId44"/>
              </a:rPr>
              <a:t>Lofar 2</a:t>
            </a:r>
          </a:p>
          <a:p>
            <a:r>
              <a:rPr sz="800">
                <a:hlinkClick r:id="rId45"/>
              </a:rPr>
              <a:t>Lofar 3</a:t>
            </a:r>
          </a:p>
          <a:p>
            <a:r>
              <a:rPr sz="800">
                <a:hlinkClick r:id="rId46"/>
              </a:rPr>
              <a:t>Lofar 4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Equinox, Category 4, Bespin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  <a:p>
            <a:r>
              <a:rPr sz="800">
                <a:hlinkClick r:id="rId51"/>
              </a:rPr>
              <a:t>Lofar 4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Equinox, Category 1, 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Test 3 Grams — Page 2 of 2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Mon Calamari Cruiser contact bearing 043, codename Vulcan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  <a:p>
            <a:r>
              <a:rPr sz="800">
                <a:hlinkClick r:id="rId6"/>
              </a:rPr>
              <a:t>Lofar 4</a:t>
            </a:r>
          </a:p>
        </p:txBody>
      </p:sp>
      <p:sp>
        <p:nvSpPr>
          <p:cNvPr id="5" name="Rounded Rectangle 4">
            <a:hlinkClick r:id="rId7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X-wing contact bearing 303, codename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Star Destroyer, Category 1,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Razor Crest, Category 4,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Voyager contact bearing 256, codename Coruscant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2, Kobol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  <a:p>
            <a:r>
              <a:rPr sz="800">
                <a:hlinkClick r:id="rId22"/>
              </a:rPr>
              <a:t>Lofar 3</a:t>
            </a:r>
          </a:p>
          <a:p>
            <a:r>
              <a:rPr sz="800">
                <a:hlinkClick r:id="rId23"/>
              </a:rPr>
              <a:t>Lofar 4</a:t>
            </a:r>
          </a:p>
        </p:txBody>
      </p:sp>
      <p:sp>
        <p:nvSpPr>
          <p:cNvPr id="15" name="Rounded Rectangle 14">
            <a:hlinkClick r:id="rId24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Reliant, Category 2, Coruscant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  <a:p>
            <a:r>
              <a:rPr sz="800">
                <a:hlinkClick r:id="rId26"/>
              </a:rPr>
              <a:t>Lofar 2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Miranda-class contact bearing 190, codename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075, codename Yavin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Nebula-class contact bearing 338, codename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Rebel One,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Voyager, Category 4, Hoth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</p:txBody>
      </p:sp>
      <p:sp>
        <p:nvSpPr>
          <p:cNvPr id="27" name="Rounded Rectangle 26">
            <a:hlinkClick r:id="rId43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Rebel One, Category 4,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9" name="Rounded Rectangle 28">
            <a:hlinkClick r:id="rId45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 dirty="0">
                <a:solidFill>
                  <a:srgbClr val="1F3A5F"/>
                </a:solidFill>
              </a:rPr>
              <a:t>Gram 35: FR </a:t>
            </a:r>
            <a:r>
              <a:rPr sz="900" dirty="0" err="1">
                <a:solidFill>
                  <a:srgbClr val="1F3A5F"/>
                </a:solidFill>
              </a:rPr>
              <a:t>Tantive</a:t>
            </a:r>
            <a:r>
              <a:rPr sz="900" dirty="0">
                <a:solidFill>
                  <a:srgbClr val="1F3A5F"/>
                </a:solidFill>
              </a:rPr>
              <a:t> IV, Category 4, Romulus</a:t>
            </a:r>
            <a:r>
              <a:rPr lang="en-GB" sz="900" dirty="0">
                <a:solidFill>
                  <a:srgbClr val="1F3A5F"/>
                </a:solidFill>
              </a:rPr>
              <a:t> [-own]</a:t>
            </a:r>
            <a:endParaRPr sz="900" dirty="0">
              <a:solidFill>
                <a:srgbClr val="1F3A5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  <a:p>
            <a:r>
              <a:rPr sz="800">
                <a:hlinkClick r:id="rId49"/>
              </a:rPr>
              <a:t>Lofar 4</a:t>
            </a:r>
          </a:p>
        </p:txBody>
      </p:sp>
      <p:sp>
        <p:nvSpPr>
          <p:cNvPr id="31" name="Rounded Rectangle 30">
            <a:hlinkClick r:id="rId50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ctr"/>
            <a:r>
              <a:rPr sz="900" dirty="0">
                <a:solidFill>
                  <a:srgbClr val="1F3A5F"/>
                </a:solidFill>
              </a:rPr>
              <a:t>Gram 36: Equinox contact bearing 209, codename </a:t>
            </a:r>
            <a:r>
              <a:rPr sz="900" dirty="0" err="1">
                <a:solidFill>
                  <a:srgbClr val="1F3A5F"/>
                </a:solidFill>
              </a:rPr>
              <a:t>Kobol</a:t>
            </a:r>
            <a:r>
              <a:rPr lang="en-GB" sz="900" dirty="0">
                <a:solidFill>
                  <a:srgbClr val="1F3A5F"/>
                </a:solidFill>
              </a:rPr>
              <a:t> [-other]</a:t>
            </a:r>
            <a:endParaRPr sz="900" dirty="0">
              <a:solidFill>
                <a:srgbClr val="1F3A5F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  <a:p>
            <a:r>
              <a:rPr sz="800">
                <a:hlinkClick r:id="rId52"/>
              </a:rPr>
              <a:t>Lofar 2</a:t>
            </a:r>
          </a:p>
          <a:p>
            <a:r>
              <a:rPr sz="800">
                <a:hlinkClick r:id="rId53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Test 3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508</Words>
  <Application>Microsoft Office PowerPoint</Application>
  <PresentationFormat>Custom</PresentationFormat>
  <Paragraphs>111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Ian Mayo</cp:lastModifiedBy>
  <cp:revision>2</cp:revision>
  <dcterms:created xsi:type="dcterms:W3CDTF">2013-01-27T09:14:16Z</dcterms:created>
  <dcterms:modified xsi:type="dcterms:W3CDTF">2026-05-22T07:00:57Z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0140c2a-7195-4538-b29d-0802498180ca_Enabled">
    <vt:lpwstr>true</vt:lpwstr>
  </property>
  <property fmtid="{D5CDD505-2E9C-101B-9397-08002B2CF9AE}" pid="3" name="MSIP_Label_b0140c2a-7195-4538-b29d-0802498180ca_SetDate">
    <vt:lpwstr>2026-05-22T07:00:38Z</vt:lpwstr>
  </property>
  <property fmtid="{D5CDD505-2E9C-101B-9397-08002B2CF9AE}" pid="4" name="MSIP_Label_b0140c2a-7195-4538-b29d-0802498180ca_Method">
    <vt:lpwstr>Privileged</vt:lpwstr>
  </property>
  <property fmtid="{D5CDD505-2E9C-101B-9397-08002B2CF9AE}" pid="5" name="MSIP_Label_b0140c2a-7195-4538-b29d-0802498180ca_Name">
    <vt:lpwstr>O</vt:lpwstr>
  </property>
  <property fmtid="{D5CDD505-2E9C-101B-9397-08002B2CF9AE}" pid="6" name="MSIP_Label_b0140c2a-7195-4538-b29d-0802498180ca_SiteId">
    <vt:lpwstr>46c7b800-8aa6-4143-a299-3de8679a6ef7</vt:lpwstr>
  </property>
  <property fmtid="{D5CDD505-2E9C-101B-9397-08002B2CF9AE}" pid="7" name="MSIP_Label_b0140c2a-7195-4538-b29d-0802498180ca_ActionId">
    <vt:lpwstr>9b19c512-900a-4e5b-b6f0-e94d7c8a2348</vt:lpwstr>
  </property>
  <property fmtid="{D5CDD505-2E9C-101B-9397-08002B2CF9AE}" pid="8" name="MSIP_Label_b0140c2a-7195-4538-b29d-0802498180ca_ContentBits">
    <vt:lpwstr>0</vt:lpwstr>
  </property>
  <property fmtid="{D5CDD505-2E9C-101B-9397-08002B2CF9AE}" pid="9" name="MSIP_Label_b0140c2a-7195-4538-b29d-0802498180ca_Tag">
    <vt:lpwstr>10, 0, 1, 1</vt:lpwstr>
  </property>
</Properties>
</file>