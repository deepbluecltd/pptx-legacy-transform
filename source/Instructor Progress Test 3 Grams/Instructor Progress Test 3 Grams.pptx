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nstructor Progress Test 3 Grams Files/Gram 1/Analysis Sheet.docx" TargetMode="External"/><Relationship Id="rId3" Type="http://schemas.openxmlformats.org/officeDocument/2006/relationships/hyperlink" Target="Instructor Progress Test 3 Grams Files/Gram 1/Lofar 1 Loop 2.glc" TargetMode="External"/><Relationship Id="rId4" Type="http://schemas.openxmlformats.org/officeDocument/2006/relationships/hyperlink" Target="Instructor Progress Test 3 Grams Files/Gram 2/Analysis Sheet.docx" TargetMode="External"/><Relationship Id="rId5" Type="http://schemas.openxmlformats.org/officeDocument/2006/relationships/hyperlink" Target="Instructor Progress Test 3 Grams Files/Gram 2/Lofar 1.glc" TargetMode="External"/><Relationship Id="rId6" Type="http://schemas.openxmlformats.org/officeDocument/2006/relationships/hyperlink" Target="Instructor Progress Test 3 Grams Files/Gram 4/Analysis Sheet.docx" TargetMode="External"/><Relationship Id="rId7" Type="http://schemas.openxmlformats.org/officeDocument/2006/relationships/hyperlink" Target="Instructor Progress Test 3 Grams Files/Gram 4/Lofar 1 Loop 2.glc" TargetMode="External"/><Relationship Id="rId8" Type="http://schemas.openxmlformats.org/officeDocument/2006/relationships/hyperlink" Target="Instructor Progress Test 3 Grams Files/Gram 4/Lofar 2 Loop 1.glc" TargetMode="External"/><Relationship Id="rId9" Type="http://schemas.openxmlformats.org/officeDocument/2006/relationships/hyperlink" Target="Instructor Progress Test 3 Grams Files/Gram 4/Lofar 3 Loop 2.glc" TargetMode="External"/><Relationship Id="rId10" Type="http://schemas.openxmlformats.org/officeDocument/2006/relationships/hyperlink" Target="Instructor Progress Test 3 Grams Files/Gram 6/Analysis Sheet.docx" TargetMode="External"/><Relationship Id="rId11" Type="http://schemas.openxmlformats.org/officeDocument/2006/relationships/hyperlink" Target="Instructor Progress Test 3 Grams Files/Gram 6/Lofar 1.glc" TargetMode="External"/><Relationship Id="rId12" Type="http://schemas.openxmlformats.org/officeDocument/2006/relationships/hyperlink" Target="Instructor Progress Test 3 Grams Files/Gram 6/Lofar 2 ABC.glc" TargetMode="External"/><Relationship Id="rId13" Type="http://schemas.openxmlformats.org/officeDocument/2006/relationships/hyperlink" Target="Instructor Progress Test 3 Grams Files/Gram 7/Analysis.png" TargetMode="External"/><Relationship Id="rId14" Type="http://schemas.openxmlformats.org/officeDocument/2006/relationships/hyperlink" Target="Instructor Progress Test 3 Grams Files/Gram 7/Lofar 1_b.glc" TargetMode="External"/><Relationship Id="rId15" Type="http://schemas.openxmlformats.org/officeDocument/2006/relationships/hyperlink" Target="Instructor Progress Test 3 Grams Files/Gram 7/Lofar 2_b.glc" TargetMode="External"/><Relationship Id="rId16" Type="http://schemas.openxmlformats.org/officeDocument/2006/relationships/hyperlink" Target="Instructor Progress Test 3 Grams Files/Gram 8/Analysis.png" TargetMode="External"/><Relationship Id="rId17" Type="http://schemas.openxmlformats.org/officeDocument/2006/relationships/hyperlink" Target="Instructor Progress Test 3 Grams Files/Gram 8/Lofar 1 ABC.glc" TargetMode="External"/><Relationship Id="rId18" Type="http://schemas.openxmlformats.org/officeDocument/2006/relationships/hyperlink" Target="Instructor Progress Test 3 Grams Files/Gram 8/Lofar 2 Loop 1.glc" TargetMode="External"/><Relationship Id="rId19" Type="http://schemas.openxmlformats.org/officeDocument/2006/relationships/hyperlink" Target="Instructor Progress Test 3 Grams Files/Gram 8/Lofar 3_b.glc" TargetMode="External"/><Relationship Id="rId20" Type="http://schemas.openxmlformats.org/officeDocument/2006/relationships/hyperlink" Target="Instructor Progress Test 3 Grams Files/Gram 8/Lofar 4_b.glc" TargetMode="External"/><Relationship Id="rId21" Type="http://schemas.openxmlformats.org/officeDocument/2006/relationships/hyperlink" Target="Instructor Progress Test 3 Grams Files/Gram 9/Analysis.png" TargetMode="External"/><Relationship Id="rId22" Type="http://schemas.openxmlformats.org/officeDocument/2006/relationships/hyperlink" Target="Instructor Progress Test 3 Grams Files/Gram 9/Lofar 1 Loop 1.glc" TargetMode="External"/><Relationship Id="rId23" Type="http://schemas.openxmlformats.org/officeDocument/2006/relationships/hyperlink" Target="Instructor Progress Test 3 Grams Files/Gram 9/Lofar 2_a.glc" TargetMode="External"/><Relationship Id="rId24" Type="http://schemas.openxmlformats.org/officeDocument/2006/relationships/hyperlink" Target="Instructor Progress Test 3 Grams Files/Gram 9/Lofar 3_a.glc" TargetMode="External"/><Relationship Id="rId25" Type="http://schemas.openxmlformats.org/officeDocument/2006/relationships/hyperlink" Target="Instructor Progress Test 3 Grams Files/Gram 10/Analysis.png" TargetMode="External"/><Relationship Id="rId26" Type="http://schemas.openxmlformats.org/officeDocument/2006/relationships/hyperlink" Target="Instructor Progress Test 3 Grams Files/Gram 10/Lofar 1_a.glc" TargetMode="External"/><Relationship Id="rId27" Type="http://schemas.openxmlformats.org/officeDocument/2006/relationships/hyperlink" Target="Instructor Progress Test 3 Grams Files/Gram 10/Lofar 2 I.glc" TargetMode="External"/><Relationship Id="rId28" Type="http://schemas.openxmlformats.org/officeDocument/2006/relationships/hyperlink" Target="Instructor Progress Test 3 Grams Files/Gram 13/Analysis Sheet.docx" TargetMode="External"/><Relationship Id="rId29" Type="http://schemas.openxmlformats.org/officeDocument/2006/relationships/hyperlink" Target="Instructor Progress Test 3 Grams Files/Gram 13/Lofar 1 I.glc" TargetMode="External"/><Relationship Id="rId30" Type="http://schemas.openxmlformats.org/officeDocument/2006/relationships/hyperlink" Target="Instructor Progress Test 3 Grams Files/Gram 14/Analysis.png" TargetMode="External"/><Relationship Id="rId31" Type="http://schemas.openxmlformats.org/officeDocument/2006/relationships/hyperlink" Target="Instructor Progress Test 3 Grams Files/Gram 14/Lofar 1_b.glc" TargetMode="External"/><Relationship Id="rId32" Type="http://schemas.openxmlformats.org/officeDocument/2006/relationships/hyperlink" Target="Instructor Progress Test 3 Grams Files/Gram 14/Lofar 2 Loop 1.glc" TargetMode="External"/><Relationship Id="rId33" Type="http://schemas.openxmlformats.org/officeDocument/2006/relationships/hyperlink" Target="Instructor Progress Test 3 Grams Files/Gram 14/Lofar 3 Loop 2.glc" TargetMode="External"/><Relationship Id="rId34" Type="http://schemas.openxmlformats.org/officeDocument/2006/relationships/hyperlink" Target="Instructor Progress Test 3 Grams Files/Gram 14/Lofar 4 Loop 2.glc" TargetMode="External"/><Relationship Id="rId35" Type="http://schemas.openxmlformats.org/officeDocument/2006/relationships/hyperlink" Target="Instructor Progress Test 3 Grams Files/Gram 15/Analysis.png" TargetMode="External"/><Relationship Id="rId36" Type="http://schemas.openxmlformats.org/officeDocument/2006/relationships/hyperlink" Target="Instructor Progress Test 3 Grams Files/Gram 15/Lofar 1 ABC.glc" TargetMode="External"/><Relationship Id="rId37" Type="http://schemas.openxmlformats.org/officeDocument/2006/relationships/hyperlink" Target="Instructor Progress Test 3 Grams Files/Gram 17/Analysis.png" TargetMode="External"/><Relationship Id="rId38" Type="http://schemas.openxmlformats.org/officeDocument/2006/relationships/hyperlink" Target="Instructor Progress Test 3 Grams Files/Gram 17/Lofar 1 Loop 1.glc" TargetMode="External"/><Relationship Id="rId39" Type="http://schemas.openxmlformats.org/officeDocument/2006/relationships/hyperlink" Target="Instructor Progress Test 3 Grams Files/Gram 17/Lofar 2_a.glc" TargetMode="External"/><Relationship Id="rId40" Type="http://schemas.openxmlformats.org/officeDocument/2006/relationships/hyperlink" Target="Instructor Progress Test 3 Grams Files/Gram 17/Lofar 3 I.glc" TargetMode="External"/><Relationship Id="rId41" Type="http://schemas.openxmlformats.org/officeDocument/2006/relationships/hyperlink" Target="Instructor Progress Test 3 Grams Files/Gram 17/Lofar 4 ABC.glc" TargetMode="External"/><Relationship Id="rId42" Type="http://schemas.openxmlformats.org/officeDocument/2006/relationships/hyperlink" Target="Instructor Progress Test 3 Grams Files/Gram 19/Analysis Sheet.docx" TargetMode="External"/><Relationship Id="rId43" Type="http://schemas.openxmlformats.org/officeDocument/2006/relationships/hyperlink" Target="Instructor Progress Test 3 Grams Files/Gram 19/Lofar 1.glc" TargetMode="External"/><Relationship Id="rId44" Type="http://schemas.openxmlformats.org/officeDocument/2006/relationships/hyperlink" Target="Instructor Progress Test 3 Grams Files/Gram 19/Lofar 2.glc" TargetMode="External"/><Relationship Id="rId45" Type="http://schemas.openxmlformats.org/officeDocument/2006/relationships/hyperlink" Target="Instructor Progress Test 3 Grams Files/Gram 19/Lofar 3_b.glc" TargetMode="External"/><Relationship Id="rId46" Type="http://schemas.openxmlformats.org/officeDocument/2006/relationships/hyperlink" Target="Instructor Progress Test 3 Grams Files/Gram 19/Lofar 4_b.glc" TargetMode="External"/><Relationship Id="rId47" Type="http://schemas.openxmlformats.org/officeDocument/2006/relationships/hyperlink" Target="Instructor Progress Test 3 Grams Files/Gram 20/Analysis.png" TargetMode="External"/><Relationship Id="rId48" Type="http://schemas.openxmlformats.org/officeDocument/2006/relationships/hyperlink" Target="Instructor Progress Test 3 Grams Files/Gram 20/Lofar 1 Loop 2.glc" TargetMode="External"/><Relationship Id="rId49" Type="http://schemas.openxmlformats.org/officeDocument/2006/relationships/hyperlink" Target="Instructor Progress Test 3 Grams Files/Gram 20/Lofar 2 Loop 2.glc" TargetMode="External"/><Relationship Id="rId50" Type="http://schemas.openxmlformats.org/officeDocument/2006/relationships/hyperlink" Target="Instructor Progress Test 3 Grams Files/Gram 20/Lofar 3 I.glc" TargetMode="External"/><Relationship Id="rId51" Type="http://schemas.openxmlformats.org/officeDocument/2006/relationships/hyperlink" Target="Instructor Progress Test 3 Grams Files/Gram 20/Lofar 4 I.glc" TargetMode="External"/><Relationship Id="rId52" Type="http://schemas.openxmlformats.org/officeDocument/2006/relationships/hyperlink" Target="Instructor Progress Test 3 Grams Files/Gram 21/Analysis Sheet.docx" TargetMode="External"/><Relationship Id="rId53" Type="http://schemas.openxmlformats.org/officeDocument/2006/relationships/hyperlink" Target="Instructor Progress Test 3 Grams Files/Gram 21/Lofar 1.glc" TargetMode="External"/><Relationship Id="rId54" Type="http://schemas.openxmlformats.org/officeDocument/2006/relationships/hyperlink" Target="Instructor Progress Test 3 Grams Files/Gram 21/Lofar 2 Loop 2.glc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nstructor Progress Test 3 Grams Files/Gram 22/Analysis.png" TargetMode="External"/><Relationship Id="rId3" Type="http://schemas.openxmlformats.org/officeDocument/2006/relationships/hyperlink" Target="Instructor Progress Test 3 Grams Files/Gram 22/Lofar 1.glc" TargetMode="External"/><Relationship Id="rId4" Type="http://schemas.openxmlformats.org/officeDocument/2006/relationships/hyperlink" Target="Instructor Progress Test 3 Grams Files/Gram 22/Lofar 2 Loop 2.glc" TargetMode="External"/><Relationship Id="rId5" Type="http://schemas.openxmlformats.org/officeDocument/2006/relationships/hyperlink" Target="Instructor Progress Test 3 Grams Files/Gram 22/Lofar 3 Loop 2.glc" TargetMode="External"/><Relationship Id="rId6" Type="http://schemas.openxmlformats.org/officeDocument/2006/relationships/hyperlink" Target="Instructor Progress Test 3 Grams Files/Gram 22/Lofar 4_b.glc" TargetMode="External"/><Relationship Id="rId7" Type="http://schemas.openxmlformats.org/officeDocument/2006/relationships/hyperlink" Target="Instructor Progress Test 3 Grams Files/Gram 23/Analysis.png" TargetMode="External"/><Relationship Id="rId8" Type="http://schemas.openxmlformats.org/officeDocument/2006/relationships/hyperlink" Target="Instructor Progress Test 3 Grams Files/Gram 23/Lofar 1 Loop 2.glc" TargetMode="External"/><Relationship Id="rId9" Type="http://schemas.openxmlformats.org/officeDocument/2006/relationships/hyperlink" Target="Instructor Progress Test 3 Grams Files/Gram 23/Lofar 2_b.glc" TargetMode="External"/><Relationship Id="rId10" Type="http://schemas.openxmlformats.org/officeDocument/2006/relationships/hyperlink" Target="Instructor Progress Test 3 Grams Files/Gram 24/Analysis Sheet.docx" TargetMode="External"/><Relationship Id="rId11" Type="http://schemas.openxmlformats.org/officeDocument/2006/relationships/hyperlink" Target="Instructor Progress Test 3 Grams Files/Gram 24/Lofar 1 Loop 2.glc" TargetMode="External"/><Relationship Id="rId12" Type="http://schemas.openxmlformats.org/officeDocument/2006/relationships/hyperlink" Target="Instructor Progress Test 3 Grams Files/Gram 24/Lofar 2 I.glc" TargetMode="External"/><Relationship Id="rId13" Type="http://schemas.openxmlformats.org/officeDocument/2006/relationships/hyperlink" Target="Instructor Progress Test 3 Grams Files/Gram 24/Lofar 3 I.glc" TargetMode="External"/><Relationship Id="rId14" Type="http://schemas.openxmlformats.org/officeDocument/2006/relationships/hyperlink" Target="Instructor Progress Test 3 Grams Files/Gram 24/Lofar 4_b.glc" TargetMode="External"/><Relationship Id="rId15" Type="http://schemas.openxmlformats.org/officeDocument/2006/relationships/hyperlink" Target="Instructor Progress Test 3 Grams Files/Gram 25/Analysis.png" TargetMode="External"/><Relationship Id="rId16" Type="http://schemas.openxmlformats.org/officeDocument/2006/relationships/hyperlink" Target="Instructor Progress Test 3 Grams Files/Gram 25/Lofar 1_b.glc" TargetMode="External"/><Relationship Id="rId17" Type="http://schemas.openxmlformats.org/officeDocument/2006/relationships/hyperlink" Target="Instructor Progress Test 3 Grams Files/Gram 26/Analysis Sheet.docx" TargetMode="External"/><Relationship Id="rId18" Type="http://schemas.openxmlformats.org/officeDocument/2006/relationships/hyperlink" Target="Instructor Progress Test 3 Grams Files/Gram 26/Lofar 1 I.glc" TargetMode="External"/><Relationship Id="rId19" Type="http://schemas.openxmlformats.org/officeDocument/2006/relationships/hyperlink" Target="Instructor Progress Test 3 Grams Files/Gram 27/Analysis Sheet.docx" TargetMode="External"/><Relationship Id="rId20" Type="http://schemas.openxmlformats.org/officeDocument/2006/relationships/hyperlink" Target="Instructor Progress Test 3 Grams Files/Gram 27/Lofar 1 Loop 1.glc" TargetMode="External"/><Relationship Id="rId21" Type="http://schemas.openxmlformats.org/officeDocument/2006/relationships/hyperlink" Target="Instructor Progress Test 3 Grams Files/Gram 27/Lofar 2 I.glc" TargetMode="External"/><Relationship Id="rId22" Type="http://schemas.openxmlformats.org/officeDocument/2006/relationships/hyperlink" Target="Instructor Progress Test 3 Grams Files/Gram 27/Lofar 3.glc" TargetMode="External"/><Relationship Id="rId23" Type="http://schemas.openxmlformats.org/officeDocument/2006/relationships/hyperlink" Target="Instructor Progress Test 3 Grams Files/Gram 27/Lofar 4 Loop 2.glc" TargetMode="External"/><Relationship Id="rId24" Type="http://schemas.openxmlformats.org/officeDocument/2006/relationships/hyperlink" Target="Instructor Progress Test 3 Grams Files/Gram 28/Analysis.png" TargetMode="External"/><Relationship Id="rId25" Type="http://schemas.openxmlformats.org/officeDocument/2006/relationships/hyperlink" Target="Instructor Progress Test 3 Grams Files/Gram 28/Lofar 1 Loop 2.glc" TargetMode="External"/><Relationship Id="rId26" Type="http://schemas.openxmlformats.org/officeDocument/2006/relationships/hyperlink" Target="Instructor Progress Test 3 Grams Files/Gram 28/Lofar 2 I.glc" TargetMode="External"/><Relationship Id="rId27" Type="http://schemas.openxmlformats.org/officeDocument/2006/relationships/hyperlink" Target="Instructor Progress Test 3 Grams Files/Gram 29/Analysis Sheet.docx" TargetMode="External"/><Relationship Id="rId28" Type="http://schemas.openxmlformats.org/officeDocument/2006/relationships/hyperlink" Target="Instructor Progress Test 3 Grams Files/Gram 29/Lofar 1 I.glc" TargetMode="External"/><Relationship Id="rId29" Type="http://schemas.openxmlformats.org/officeDocument/2006/relationships/hyperlink" Target="Instructor Progress Test 3 Grams Files/Gram 29/Lofar 2_a.glc" TargetMode="External"/><Relationship Id="rId30" Type="http://schemas.openxmlformats.org/officeDocument/2006/relationships/hyperlink" Target="Instructor Progress Test 3 Grams Files/Gram 30/Analysis.png" TargetMode="External"/><Relationship Id="rId31" Type="http://schemas.openxmlformats.org/officeDocument/2006/relationships/hyperlink" Target="Instructor Progress Test 3 Grams Files/Gram 30/Lofar 1_b.glc" TargetMode="External"/><Relationship Id="rId32" Type="http://schemas.openxmlformats.org/officeDocument/2006/relationships/hyperlink" Target="Instructor Progress Test 3 Grams Files/Gram 30/Lofar 2 Loop 1.glc" TargetMode="External"/><Relationship Id="rId33" Type="http://schemas.openxmlformats.org/officeDocument/2006/relationships/hyperlink" Target="Instructor Progress Test 3 Grams Files/Gram 30/Lofar 3_b.glc" TargetMode="External"/><Relationship Id="rId34" Type="http://schemas.openxmlformats.org/officeDocument/2006/relationships/hyperlink" Target="Instructor Progress Test 3 Grams Files/Gram 31/Analysis Sheet.docx" TargetMode="External"/><Relationship Id="rId35" Type="http://schemas.openxmlformats.org/officeDocument/2006/relationships/hyperlink" Target="Instructor Progress Test 3 Grams Files/Gram 31/Lofar 1 Loop 1.glc" TargetMode="External"/><Relationship Id="rId36" Type="http://schemas.openxmlformats.org/officeDocument/2006/relationships/hyperlink" Target="Instructor Progress Test 3 Grams Files/Gram 31/Lofar 2 Loop 1.glc" TargetMode="External"/><Relationship Id="rId37" Type="http://schemas.openxmlformats.org/officeDocument/2006/relationships/hyperlink" Target="Instructor Progress Test 3 Grams Files/Gram 31/Lofar 3 I.glc" TargetMode="External"/><Relationship Id="rId38" Type="http://schemas.openxmlformats.org/officeDocument/2006/relationships/hyperlink" Target="Instructor Progress Test 3 Grams Files/Gram 31/Lofar 4_b.glc" TargetMode="External"/><Relationship Id="rId39" Type="http://schemas.openxmlformats.org/officeDocument/2006/relationships/hyperlink" Target="Instructor Progress Test 3 Grams Files/Gram 32/Analysis.png" TargetMode="External"/><Relationship Id="rId40" Type="http://schemas.openxmlformats.org/officeDocument/2006/relationships/hyperlink" Target="Instructor Progress Test 3 Grams Files/Gram 32/Lofar 1 Loop 2.glc" TargetMode="External"/><Relationship Id="rId41" Type="http://schemas.openxmlformats.org/officeDocument/2006/relationships/hyperlink" Target="Instructor Progress Test 3 Grams Files/Gram 33/Analysis.png" TargetMode="External"/><Relationship Id="rId42" Type="http://schemas.openxmlformats.org/officeDocument/2006/relationships/hyperlink" Target="Instructor Progress Test 3 Grams Files/Gram 33/Lofar 1.glc" TargetMode="External"/><Relationship Id="rId43" Type="http://schemas.openxmlformats.org/officeDocument/2006/relationships/hyperlink" Target="Instructor Progress Test 3 Grams Files/Gram 34/Analysis.png" TargetMode="External"/><Relationship Id="rId44" Type="http://schemas.openxmlformats.org/officeDocument/2006/relationships/hyperlink" Target="Instructor Progress Test 3 Grams Files/Gram 34/Lofar 1 Loop 1.glc" TargetMode="External"/><Relationship Id="rId45" Type="http://schemas.openxmlformats.org/officeDocument/2006/relationships/hyperlink" Target="Instructor Progress Test 3 Grams Files/Gram 35/Analysis.png" TargetMode="External"/><Relationship Id="rId46" Type="http://schemas.openxmlformats.org/officeDocument/2006/relationships/hyperlink" Target="Instructor Progress Test 3 Grams Files/Gram 35/Lofar 1_b.glc" TargetMode="External"/><Relationship Id="rId47" Type="http://schemas.openxmlformats.org/officeDocument/2006/relationships/hyperlink" Target="Instructor Progress Test 3 Grams Files/Gram 35/Lofar 2 ABC.glc" TargetMode="External"/><Relationship Id="rId48" Type="http://schemas.openxmlformats.org/officeDocument/2006/relationships/hyperlink" Target="Instructor Progress Test 3 Grams Files/Gram 35/Lofar 3_b.glc" TargetMode="External"/><Relationship Id="rId49" Type="http://schemas.openxmlformats.org/officeDocument/2006/relationships/hyperlink" Target="Instructor Progress Test 3 Grams Files/Gram 35/Lofar 4 I.glc" TargetMode="External"/><Relationship Id="rId50" Type="http://schemas.openxmlformats.org/officeDocument/2006/relationships/hyperlink" Target="Instructor Progress Test 3 Grams Files/Gram 36/Analysis.png" TargetMode="External"/><Relationship Id="rId51" Type="http://schemas.openxmlformats.org/officeDocument/2006/relationships/hyperlink" Target="Instructor Progress Test 3 Grams Files/Gram 36/Lofar 1_b.glc" TargetMode="External"/><Relationship Id="rId52" Type="http://schemas.openxmlformats.org/officeDocument/2006/relationships/hyperlink" Target="Instructor Progress Test 3 Grams Files/Gram 36/Lofar 2 Loop 2.glc" TargetMode="External"/><Relationship Id="rId53" Type="http://schemas.openxmlformats.org/officeDocument/2006/relationships/hyperlink" Target="Instructor Progress Test 3 Grams Files/Gram 36/Lofar 3 ABC.glc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Instructor Progress Test 3 Grams — Page 1 of 2</a:t>
            </a:r>
          </a:p>
        </p:txBody>
      </p:sp>
      <p:sp>
        <p:nvSpPr>
          <p:cNvPr id="3" name="Rounded Rectangle 2"/>
          <p:cNvSpPr/>
          <p:nvPr>
            <a:hlinkClick r:id="rId2"/>
          </p:nvPr>
        </p:nvSpPr>
        <p:spPr>
          <a:xfrm>
            <a:off x="365760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1: FR Millennium Falcon, Category 3, Mustafar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"/>
              </a:rPr>
              <a:t>Lofar 1</a:t>
            </a:r>
          </a:p>
        </p:txBody>
      </p:sp>
      <p:sp>
        <p:nvSpPr>
          <p:cNvPr id="5" name="Rounded Rectangle 4"/>
          <p:cNvSpPr/>
          <p:nvPr>
            <a:hlinkClick r:id="rId4"/>
          </p:nvPr>
        </p:nvSpPr>
        <p:spPr>
          <a:xfrm>
            <a:off x="2657246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2: X-wing contact bearing 140, codename Endor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7246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"/>
              </a:rPr>
              <a:t>Lofar 1</a:t>
            </a:r>
          </a:p>
        </p:txBody>
      </p:sp>
      <p:sp>
        <p:nvSpPr>
          <p:cNvPr id="7" name="Rounded Rectangle 6"/>
          <p:cNvSpPr/>
          <p:nvPr>
            <a:hlinkClick r:id="rId6"/>
          </p:nvPr>
        </p:nvSpPr>
        <p:spPr>
          <a:xfrm>
            <a:off x="4948732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4: FR Rebel One, Category 2, Naboo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8732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7"/>
              </a:rPr>
              <a:t>Lofar 1</a:t>
            </a:r>
          </a:p>
          <a:p>
            <a:r>
              <a:rPr sz="800">
                <a:hlinkClick r:id="rId8"/>
              </a:rPr>
              <a:t>Lofar 2</a:t>
            </a:r>
          </a:p>
          <a:p>
            <a:r>
              <a:rPr sz="800">
                <a:hlinkClick r:id="rId9"/>
              </a:rPr>
              <a:t>Lofar 3</a:t>
            </a:r>
          </a:p>
        </p:txBody>
      </p:sp>
      <p:sp>
        <p:nvSpPr>
          <p:cNvPr id="9" name="Rounded Rectangle 8"/>
          <p:cNvSpPr/>
          <p:nvPr>
            <a:hlinkClick r:id="rId10"/>
          </p:nvPr>
        </p:nvSpPr>
        <p:spPr>
          <a:xfrm>
            <a:off x="7240219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6: FR Outrider, Category 3, Trill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219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1"/>
              </a:rPr>
              <a:t>Lofar 1</a:t>
            </a:r>
          </a:p>
          <a:p>
            <a:r>
              <a:rPr sz="800">
                <a:hlinkClick r:id="rId12"/>
              </a:rPr>
              <a:t>Lofar 2</a:t>
            </a:r>
          </a:p>
        </p:txBody>
      </p:sp>
      <p:sp>
        <p:nvSpPr>
          <p:cNvPr id="11" name="Rounded Rectangle 10"/>
          <p:cNvSpPr/>
          <p:nvPr>
            <a:hlinkClick r:id="rId13"/>
          </p:nvPr>
        </p:nvSpPr>
        <p:spPr>
          <a:xfrm>
            <a:off x="9531705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7: Imperial-class contact bearing 172, codename Betazed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1705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4"/>
              </a:rPr>
              <a:t>Lofar 1</a:t>
            </a:r>
          </a:p>
          <a:p>
            <a:r>
              <a:rPr sz="800">
                <a:hlinkClick r:id="rId15"/>
              </a:rPr>
              <a:t>Lofar 2</a:t>
            </a:r>
          </a:p>
        </p:txBody>
      </p:sp>
      <p:sp>
        <p:nvSpPr>
          <p:cNvPr id="13" name="Rounded Rectangle 12"/>
          <p:cNvSpPr/>
          <p:nvPr>
            <a:hlinkClick r:id="rId16"/>
          </p:nvPr>
        </p:nvSpPr>
        <p:spPr>
          <a:xfrm>
            <a:off x="365760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8: FR Outrider, Category 1, Romulus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7"/>
              </a:rPr>
              <a:t>Lofar 1</a:t>
            </a:r>
          </a:p>
          <a:p>
            <a:r>
              <a:rPr sz="800">
                <a:hlinkClick r:id="rId18"/>
              </a:rPr>
              <a:t>Lofar 2</a:t>
            </a:r>
          </a:p>
          <a:p>
            <a:r>
              <a:rPr sz="800">
                <a:hlinkClick r:id="rId19"/>
              </a:rPr>
              <a:t>Lofar 3</a:t>
            </a:r>
          </a:p>
          <a:p>
            <a:r>
              <a:rPr sz="800">
                <a:hlinkClick r:id="rId20"/>
              </a:rPr>
              <a:t>Lofar 4</a:t>
            </a:r>
          </a:p>
        </p:txBody>
      </p:sp>
      <p:sp>
        <p:nvSpPr>
          <p:cNvPr id="15" name="Rounded Rectangle 14"/>
          <p:cNvSpPr/>
          <p:nvPr>
            <a:hlinkClick r:id="rId21"/>
          </p:nvPr>
        </p:nvSpPr>
        <p:spPr>
          <a:xfrm>
            <a:off x="2657246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9: FR A-wing, Category 3, Tatooine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7246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2"/>
              </a:rPr>
              <a:t>Lofar 1</a:t>
            </a:r>
          </a:p>
          <a:p>
            <a:r>
              <a:rPr sz="800">
                <a:hlinkClick r:id="rId23"/>
              </a:rPr>
              <a:t>Lofar 2</a:t>
            </a:r>
          </a:p>
          <a:p>
            <a:r>
              <a:rPr sz="800">
                <a:hlinkClick r:id="rId24"/>
              </a:rPr>
              <a:t>Lofar 3</a:t>
            </a:r>
          </a:p>
        </p:txBody>
      </p:sp>
      <p:sp>
        <p:nvSpPr>
          <p:cNvPr id="17" name="Rounded Rectangle 16"/>
          <p:cNvSpPr/>
          <p:nvPr>
            <a:hlinkClick r:id="rId25"/>
          </p:nvPr>
        </p:nvSpPr>
        <p:spPr>
          <a:xfrm>
            <a:off x="4948732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10: FR Cerritos, Category 4, Gandalf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8732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6"/>
              </a:rPr>
              <a:t>Lofar 1</a:t>
            </a:r>
          </a:p>
          <a:p>
            <a:r>
              <a:rPr sz="800">
                <a:hlinkClick r:id="rId27"/>
              </a:rPr>
              <a:t>Lofar 2</a:t>
            </a:r>
          </a:p>
        </p:txBody>
      </p:sp>
      <p:sp>
        <p:nvSpPr>
          <p:cNvPr id="19" name="Rounded Rectangle 18"/>
          <p:cNvSpPr/>
          <p:nvPr>
            <a:hlinkClick r:id="rId28"/>
          </p:nvPr>
        </p:nvSpPr>
        <p:spPr>
          <a:xfrm>
            <a:off x="7240219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13: Corellian Corvette contact bearing 190, codename Caprica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0219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9"/>
              </a:rPr>
              <a:t>Lofar 1</a:t>
            </a:r>
          </a:p>
        </p:txBody>
      </p:sp>
      <p:sp>
        <p:nvSpPr>
          <p:cNvPr id="21" name="Rounded Rectangle 20"/>
          <p:cNvSpPr/>
          <p:nvPr>
            <a:hlinkClick r:id="rId30"/>
          </p:nvPr>
        </p:nvSpPr>
        <p:spPr>
          <a:xfrm>
            <a:off x="9531705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14: FR Corellian Corvette, Category 1, Naboo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1705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1"/>
              </a:rPr>
              <a:t>Lofar 1</a:t>
            </a:r>
          </a:p>
          <a:p>
            <a:r>
              <a:rPr sz="800">
                <a:hlinkClick r:id="rId32"/>
              </a:rPr>
              <a:t>Lofar 2</a:t>
            </a:r>
          </a:p>
          <a:p>
            <a:r>
              <a:rPr sz="800">
                <a:hlinkClick r:id="rId33"/>
              </a:rPr>
              <a:t>Lofar 3</a:t>
            </a:r>
          </a:p>
          <a:p>
            <a:r>
              <a:rPr sz="800">
                <a:hlinkClick r:id="rId34"/>
              </a:rPr>
              <a:t>Lofar 4</a:t>
            </a:r>
          </a:p>
        </p:txBody>
      </p:sp>
      <p:sp>
        <p:nvSpPr>
          <p:cNvPr id="23" name="Rounded Rectangle 22"/>
          <p:cNvSpPr/>
          <p:nvPr>
            <a:hlinkClick r:id="rId35"/>
          </p:nvPr>
        </p:nvSpPr>
        <p:spPr>
          <a:xfrm>
            <a:off x="365760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15: FR TIE Fighter, Category 1, Bajor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6"/>
              </a:rPr>
              <a:t>Lofar 1</a:t>
            </a:r>
          </a:p>
        </p:txBody>
      </p:sp>
      <p:sp>
        <p:nvSpPr>
          <p:cNvPr id="25" name="Rounded Rectangle 24"/>
          <p:cNvSpPr/>
          <p:nvPr>
            <a:hlinkClick r:id="rId37"/>
          </p:nvPr>
        </p:nvSpPr>
        <p:spPr>
          <a:xfrm>
            <a:off x="2657246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17: Sovereign-class contact bearing 335, codename Yavin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7246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8"/>
              </a:rPr>
              <a:t>Lofar 1</a:t>
            </a:r>
          </a:p>
          <a:p>
            <a:r>
              <a:rPr sz="800">
                <a:hlinkClick r:id="rId39"/>
              </a:rPr>
              <a:t>Lofar 2</a:t>
            </a:r>
          </a:p>
          <a:p>
            <a:r>
              <a:rPr sz="800">
                <a:hlinkClick r:id="rId40"/>
              </a:rPr>
              <a:t>Lofar 3</a:t>
            </a:r>
          </a:p>
          <a:p>
            <a:r>
              <a:rPr sz="800">
                <a:hlinkClick r:id="rId41"/>
              </a:rPr>
              <a:t>Lofar 4</a:t>
            </a:r>
          </a:p>
        </p:txBody>
      </p:sp>
      <p:sp>
        <p:nvSpPr>
          <p:cNvPr id="27" name="Rounded Rectangle 26"/>
          <p:cNvSpPr/>
          <p:nvPr>
            <a:hlinkClick r:id="rId42"/>
          </p:nvPr>
        </p:nvSpPr>
        <p:spPr>
          <a:xfrm>
            <a:off x="4948732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19: Lambda Shuttle contact bearing 244, codename Tatooine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48732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3"/>
              </a:rPr>
              <a:t>Lofar 1</a:t>
            </a:r>
          </a:p>
          <a:p>
            <a:r>
              <a:rPr sz="800">
                <a:hlinkClick r:id="rId44"/>
              </a:rPr>
              <a:t>Lofar 2</a:t>
            </a:r>
          </a:p>
          <a:p>
            <a:r>
              <a:rPr sz="800">
                <a:hlinkClick r:id="rId45"/>
              </a:rPr>
              <a:t>Lofar 3</a:t>
            </a:r>
          </a:p>
          <a:p>
            <a:r>
              <a:rPr sz="800">
                <a:hlinkClick r:id="rId46"/>
              </a:rPr>
              <a:t>Lofar 4</a:t>
            </a:r>
          </a:p>
        </p:txBody>
      </p:sp>
      <p:sp>
        <p:nvSpPr>
          <p:cNvPr id="29" name="Rounded Rectangle 28"/>
          <p:cNvSpPr/>
          <p:nvPr>
            <a:hlinkClick r:id="rId47"/>
          </p:nvPr>
        </p:nvSpPr>
        <p:spPr>
          <a:xfrm>
            <a:off x="7240219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20: FR Equinox, Category 4, Bespin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40219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8"/>
              </a:rPr>
              <a:t>Lofar 1</a:t>
            </a:r>
          </a:p>
          <a:p>
            <a:r>
              <a:rPr sz="800">
                <a:hlinkClick r:id="rId49"/>
              </a:rPr>
              <a:t>Lofar 2</a:t>
            </a:r>
          </a:p>
          <a:p>
            <a:r>
              <a:rPr sz="800">
                <a:hlinkClick r:id="rId50"/>
              </a:rPr>
              <a:t>Lofar 3</a:t>
            </a:r>
          </a:p>
          <a:p>
            <a:r>
              <a:rPr sz="800">
                <a:hlinkClick r:id="rId51"/>
              </a:rPr>
              <a:t>Lofar 4</a:t>
            </a:r>
          </a:p>
        </p:txBody>
      </p:sp>
      <p:sp>
        <p:nvSpPr>
          <p:cNvPr id="31" name="Rounded Rectangle 30"/>
          <p:cNvSpPr/>
          <p:nvPr>
            <a:hlinkClick r:id="rId52"/>
          </p:nvPr>
        </p:nvSpPr>
        <p:spPr>
          <a:xfrm>
            <a:off x="9531705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21: FR Equinox, Category 1, Endor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31705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3"/>
              </a:rPr>
              <a:t>Lofar 1</a:t>
            </a:r>
          </a:p>
          <a:p>
            <a:r>
              <a:rPr sz="800">
                <a:hlinkClick r:id="rId54"/>
              </a:rPr>
              <a:t>Lofar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Instructor Progress Test 3 Grams — Page 2 of 2</a:t>
            </a:r>
          </a:p>
        </p:txBody>
      </p:sp>
      <p:sp>
        <p:nvSpPr>
          <p:cNvPr id="3" name="Rounded Rectangle 2"/>
          <p:cNvSpPr/>
          <p:nvPr>
            <a:hlinkClick r:id="rId2"/>
          </p:nvPr>
        </p:nvSpPr>
        <p:spPr>
          <a:xfrm>
            <a:off x="365760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22: Mon Calamari Cruiser contact bearing 043, codename Vulcan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"/>
              </a:rPr>
              <a:t>Lofar 1</a:t>
            </a:r>
          </a:p>
          <a:p>
            <a:r>
              <a:rPr sz="800">
                <a:hlinkClick r:id="rId4"/>
              </a:rPr>
              <a:t>Lofar 2</a:t>
            </a:r>
          </a:p>
          <a:p>
            <a:r>
              <a:rPr sz="800">
                <a:hlinkClick r:id="rId5"/>
              </a:rPr>
              <a:t>Lofar 3</a:t>
            </a:r>
          </a:p>
          <a:p>
            <a:r>
              <a:rPr sz="800">
                <a:hlinkClick r:id="rId6"/>
              </a:rPr>
              <a:t>Lofar 4</a:t>
            </a:r>
          </a:p>
        </p:txBody>
      </p:sp>
      <p:sp>
        <p:nvSpPr>
          <p:cNvPr id="5" name="Rounded Rectangle 4"/>
          <p:cNvSpPr/>
          <p:nvPr>
            <a:hlinkClick r:id="rId7"/>
          </p:nvPr>
        </p:nvSpPr>
        <p:spPr>
          <a:xfrm>
            <a:off x="2657246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23: X-wing contact bearing 303, codename Dank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7246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8"/>
              </a:rPr>
              <a:t>Lofar 1</a:t>
            </a:r>
          </a:p>
          <a:p>
            <a:r>
              <a:rPr sz="800">
                <a:hlinkClick r:id="rId9"/>
              </a:rPr>
              <a:t>Lofar 2</a:t>
            </a:r>
          </a:p>
        </p:txBody>
      </p:sp>
      <p:sp>
        <p:nvSpPr>
          <p:cNvPr id="7" name="Rounded Rectangle 6"/>
          <p:cNvSpPr/>
          <p:nvPr>
            <a:hlinkClick r:id="rId10"/>
          </p:nvPr>
        </p:nvSpPr>
        <p:spPr>
          <a:xfrm>
            <a:off x="4948732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24: FR Star Destroyer, Category 1, Dagobah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8732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1"/>
              </a:rPr>
              <a:t>Lofar 1</a:t>
            </a:r>
          </a:p>
          <a:p>
            <a:r>
              <a:rPr sz="800">
                <a:hlinkClick r:id="rId12"/>
              </a:rPr>
              <a:t>Lofar 2</a:t>
            </a:r>
          </a:p>
          <a:p>
            <a:r>
              <a:rPr sz="800">
                <a:hlinkClick r:id="rId13"/>
              </a:rPr>
              <a:t>Lofar 3</a:t>
            </a:r>
          </a:p>
          <a:p>
            <a:r>
              <a:rPr sz="800">
                <a:hlinkClick r:id="rId14"/>
              </a:rPr>
              <a:t>Lofar 4</a:t>
            </a:r>
          </a:p>
        </p:txBody>
      </p:sp>
      <p:sp>
        <p:nvSpPr>
          <p:cNvPr id="9" name="Rounded Rectangle 8"/>
          <p:cNvSpPr/>
          <p:nvPr>
            <a:hlinkClick r:id="rId15"/>
          </p:nvPr>
        </p:nvSpPr>
        <p:spPr>
          <a:xfrm>
            <a:off x="7240219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25: FR Razor Crest, Category 4, Trill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219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6"/>
              </a:rPr>
              <a:t>Lofar 1</a:t>
            </a:r>
          </a:p>
        </p:txBody>
      </p:sp>
      <p:sp>
        <p:nvSpPr>
          <p:cNvPr id="11" name="Rounded Rectangle 10"/>
          <p:cNvSpPr/>
          <p:nvPr>
            <a:hlinkClick r:id="rId17"/>
          </p:nvPr>
        </p:nvSpPr>
        <p:spPr>
          <a:xfrm>
            <a:off x="9531705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26: Voyager contact bearing 256, codename Coruscant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1705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8"/>
              </a:rPr>
              <a:t>Lofar 1</a:t>
            </a:r>
          </a:p>
        </p:txBody>
      </p:sp>
      <p:sp>
        <p:nvSpPr>
          <p:cNvPr id="13" name="Rounded Rectangle 12"/>
          <p:cNvSpPr/>
          <p:nvPr>
            <a:hlinkClick r:id="rId19"/>
          </p:nvPr>
        </p:nvSpPr>
        <p:spPr>
          <a:xfrm>
            <a:off x="365760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27: FR Millennium Falcon, Category 2, Kobol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0"/>
              </a:rPr>
              <a:t>Lofar 1</a:t>
            </a:r>
          </a:p>
          <a:p>
            <a:r>
              <a:rPr sz="800">
                <a:hlinkClick r:id="rId21"/>
              </a:rPr>
              <a:t>Lofar 2</a:t>
            </a:r>
          </a:p>
          <a:p>
            <a:r>
              <a:rPr sz="800">
                <a:hlinkClick r:id="rId22"/>
              </a:rPr>
              <a:t>Lofar 3</a:t>
            </a:r>
          </a:p>
          <a:p>
            <a:r>
              <a:rPr sz="800">
                <a:hlinkClick r:id="rId23"/>
              </a:rPr>
              <a:t>Lofar 4</a:t>
            </a:r>
          </a:p>
        </p:txBody>
      </p:sp>
      <p:sp>
        <p:nvSpPr>
          <p:cNvPr id="15" name="Rounded Rectangle 14"/>
          <p:cNvSpPr/>
          <p:nvPr>
            <a:hlinkClick r:id="rId24"/>
          </p:nvPr>
        </p:nvSpPr>
        <p:spPr>
          <a:xfrm>
            <a:off x="2657246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28: FR Reliant, Category 2, Coruscant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7246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5"/>
              </a:rPr>
              <a:t>Lofar 1</a:t>
            </a:r>
          </a:p>
          <a:p>
            <a:r>
              <a:rPr sz="800">
                <a:hlinkClick r:id="rId26"/>
              </a:rPr>
              <a:t>Lofar 2</a:t>
            </a:r>
          </a:p>
        </p:txBody>
      </p:sp>
      <p:sp>
        <p:nvSpPr>
          <p:cNvPr id="17" name="Rounded Rectangle 16"/>
          <p:cNvSpPr/>
          <p:nvPr>
            <a:hlinkClick r:id="rId27"/>
          </p:nvPr>
        </p:nvSpPr>
        <p:spPr>
          <a:xfrm>
            <a:off x="4948732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29: Miranda-class contact bearing 190, codename Defiant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8732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8"/>
              </a:rPr>
              <a:t>Lofar 1</a:t>
            </a:r>
          </a:p>
          <a:p>
            <a:r>
              <a:rPr sz="800">
                <a:hlinkClick r:id="rId29"/>
              </a:rPr>
              <a:t>Lofar 2</a:t>
            </a:r>
          </a:p>
        </p:txBody>
      </p:sp>
      <p:sp>
        <p:nvSpPr>
          <p:cNvPr id="19" name="Rounded Rectangle 18"/>
          <p:cNvSpPr/>
          <p:nvPr>
            <a:hlinkClick r:id="rId30"/>
          </p:nvPr>
        </p:nvSpPr>
        <p:spPr>
          <a:xfrm>
            <a:off x="7240219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30: Ghost contact bearing 075, codename Yavin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0219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1"/>
              </a:rPr>
              <a:t>Lofar 1</a:t>
            </a:r>
          </a:p>
          <a:p>
            <a:r>
              <a:rPr sz="800">
                <a:hlinkClick r:id="rId32"/>
              </a:rPr>
              <a:t>Lofar 2</a:t>
            </a:r>
          </a:p>
          <a:p>
            <a:r>
              <a:rPr sz="800">
                <a:hlinkClick r:id="rId33"/>
              </a:rPr>
              <a:t>Lofar 3</a:t>
            </a:r>
          </a:p>
        </p:txBody>
      </p:sp>
      <p:sp>
        <p:nvSpPr>
          <p:cNvPr id="21" name="Rounded Rectangle 20"/>
          <p:cNvSpPr/>
          <p:nvPr>
            <a:hlinkClick r:id="rId34"/>
          </p:nvPr>
        </p:nvSpPr>
        <p:spPr>
          <a:xfrm>
            <a:off x="9531705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31: Nebula-class contact bearing 338, codename Vulcan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1705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5"/>
              </a:rPr>
              <a:t>Lofar 1</a:t>
            </a:r>
          </a:p>
          <a:p>
            <a:r>
              <a:rPr sz="800">
                <a:hlinkClick r:id="rId36"/>
              </a:rPr>
              <a:t>Lofar 2</a:t>
            </a:r>
          </a:p>
          <a:p>
            <a:r>
              <a:rPr sz="800">
                <a:hlinkClick r:id="rId37"/>
              </a:rPr>
              <a:t>Lofar 3</a:t>
            </a:r>
          </a:p>
          <a:p>
            <a:r>
              <a:rPr sz="800">
                <a:hlinkClick r:id="rId38"/>
              </a:rPr>
              <a:t>Lofar 4</a:t>
            </a:r>
          </a:p>
        </p:txBody>
      </p:sp>
      <p:sp>
        <p:nvSpPr>
          <p:cNvPr id="23" name="Rounded Rectangle 22"/>
          <p:cNvSpPr/>
          <p:nvPr>
            <a:hlinkClick r:id="rId39"/>
          </p:nvPr>
        </p:nvSpPr>
        <p:spPr>
          <a:xfrm>
            <a:off x="365760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32: FR Rebel One, Category 2, Mustafar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0"/>
              </a:rPr>
              <a:t>Lofar 1</a:t>
            </a:r>
          </a:p>
        </p:txBody>
      </p:sp>
      <p:sp>
        <p:nvSpPr>
          <p:cNvPr id="25" name="Rounded Rectangle 24"/>
          <p:cNvSpPr/>
          <p:nvPr>
            <a:hlinkClick r:id="rId41"/>
          </p:nvPr>
        </p:nvSpPr>
        <p:spPr>
          <a:xfrm>
            <a:off x="2657246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33: FR Voyager, Category 4, Hoth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7246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2"/>
              </a:rPr>
              <a:t>Lofar 1</a:t>
            </a:r>
          </a:p>
        </p:txBody>
      </p:sp>
      <p:sp>
        <p:nvSpPr>
          <p:cNvPr id="27" name="Rounded Rectangle 26"/>
          <p:cNvSpPr/>
          <p:nvPr>
            <a:hlinkClick r:id="rId43"/>
          </p:nvPr>
        </p:nvSpPr>
        <p:spPr>
          <a:xfrm>
            <a:off x="4948732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34: FR Rebel One, Category 4, Bajor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48732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4"/>
              </a:rPr>
              <a:t>Lofar 1</a:t>
            </a:r>
          </a:p>
        </p:txBody>
      </p:sp>
      <p:sp>
        <p:nvSpPr>
          <p:cNvPr id="29" name="Rounded Rectangle 28"/>
          <p:cNvSpPr/>
          <p:nvPr>
            <a:hlinkClick r:id="rId45"/>
          </p:nvPr>
        </p:nvSpPr>
        <p:spPr>
          <a:xfrm>
            <a:off x="7240219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35: FR Tantive IV, Category 4, Romulus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40219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6"/>
              </a:rPr>
              <a:t>Lofar 1</a:t>
            </a:r>
          </a:p>
          <a:p>
            <a:r>
              <a:rPr sz="800">
                <a:hlinkClick r:id="rId47"/>
              </a:rPr>
              <a:t>Lofar 2</a:t>
            </a:r>
          </a:p>
          <a:p>
            <a:r>
              <a:rPr sz="800">
                <a:hlinkClick r:id="rId48"/>
              </a:rPr>
              <a:t>Lofar 3</a:t>
            </a:r>
          </a:p>
          <a:p>
            <a:r>
              <a:rPr sz="800">
                <a:hlinkClick r:id="rId49"/>
              </a:rPr>
              <a:t>Lofar 4</a:t>
            </a:r>
          </a:p>
        </p:txBody>
      </p:sp>
      <p:sp>
        <p:nvSpPr>
          <p:cNvPr id="31" name="Rounded Rectangle 30"/>
          <p:cNvSpPr/>
          <p:nvPr>
            <a:hlinkClick r:id="rId50"/>
          </p:nvPr>
        </p:nvSpPr>
        <p:spPr>
          <a:xfrm>
            <a:off x="9531705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36: Equinox contact bearing 209, codename Kobol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31705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1"/>
              </a:rPr>
              <a:t>Lofar 1</a:t>
            </a:r>
          </a:p>
          <a:p>
            <a:r>
              <a:rPr sz="800">
                <a:hlinkClick r:id="rId52"/>
              </a:rPr>
              <a:t>Lofar 2</a:t>
            </a:r>
          </a:p>
          <a:p>
            <a:r>
              <a:rPr sz="800">
                <a:hlinkClick r:id="rId53"/>
              </a:rPr>
              <a:t>Lofar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