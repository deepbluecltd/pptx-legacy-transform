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1/Analysis Sheet.docx" TargetMode="External"/><Relationship Id="rId3" Type="http://schemas.openxmlformats.org/officeDocument/2006/relationships/hyperlink" Target="Instructor Progress Test 3 Grams Files/Gram 1/Lofar 1 Loop 2.glc" TargetMode="External"/><Relationship Id="rId4" Type="http://schemas.openxmlformats.org/officeDocument/2006/relationships/hyperlink" Target="Instructor Progress Test 3 Grams Files/Gram 2/Analysis Sheet.docx" TargetMode="External"/><Relationship Id="rId5" Type="http://schemas.openxmlformats.org/officeDocument/2006/relationships/hyperlink" Target="Instructor Progress Test 3 Grams Files/Gram 2/Lofar 1.glc" TargetMode="External"/><Relationship Id="rId6" Type="http://schemas.openxmlformats.org/officeDocument/2006/relationships/hyperlink" Target="Instructor Progress Test 3 Grams Files/Gram 4/Analysis Sheet.docx" TargetMode="External"/><Relationship Id="rId7" Type="http://schemas.openxmlformats.org/officeDocument/2006/relationships/hyperlink" Target="Instructor Progress Test 3 Grams Files/Gram 4/Lofar 1 Loop 2.glc" TargetMode="External"/><Relationship Id="rId8" Type="http://schemas.openxmlformats.org/officeDocument/2006/relationships/hyperlink" Target="Instructor Progress Test 3 Grams Files/Gram 4/Lofar 2 Loop 1.glc" TargetMode="External"/><Relationship Id="rId9" Type="http://schemas.openxmlformats.org/officeDocument/2006/relationships/hyperlink" Target="Instructor Progress Test 3 Grams Files/Gram 4/Lofar 3 Loop 2.glc" TargetMode="External"/><Relationship Id="rId10" Type="http://schemas.openxmlformats.org/officeDocument/2006/relationships/hyperlink" Target="Instructor Progress Test 3 Grams Files/Gram 6/Analysis Sheet.docx" TargetMode="External"/><Relationship Id="rId11" Type="http://schemas.openxmlformats.org/officeDocument/2006/relationships/hyperlink" Target="Instructor Progress Test 3 Grams Files/Gram 6/Lofar 1.glc" TargetMode="External"/><Relationship Id="rId12" Type="http://schemas.openxmlformats.org/officeDocument/2006/relationships/hyperlink" Target="Instructor Progress Test 3 Grams Files/Gram 6/Lofar 2 ABC.glc" TargetMode="External"/><Relationship Id="rId13" Type="http://schemas.openxmlformats.org/officeDocument/2006/relationships/hyperlink" Target="Instructor Progress Test 3 Grams Files/Gram 7/Analysis.png" TargetMode="External"/><Relationship Id="rId14" Type="http://schemas.openxmlformats.org/officeDocument/2006/relationships/hyperlink" Target="Instructor Progress Test 3 Grams Files/Gram 7/Lofar 1_b.glc" TargetMode="External"/><Relationship Id="rId15" Type="http://schemas.openxmlformats.org/officeDocument/2006/relationships/hyperlink" Target="Instructor Progress Test 3 Grams Files/Gram 7/Lofar 2_b.glc" TargetMode="External"/><Relationship Id="rId16" Type="http://schemas.openxmlformats.org/officeDocument/2006/relationships/hyperlink" Target="Instructor Progress Test 3 Grams Files/Gram 8/Analysis.png" TargetMode="External"/><Relationship Id="rId17" Type="http://schemas.openxmlformats.org/officeDocument/2006/relationships/hyperlink" Target="Instructor Progress Test 3 Grams Files/Gram 8/Lofar 1 ABC.glc" TargetMode="External"/><Relationship Id="rId18" Type="http://schemas.openxmlformats.org/officeDocument/2006/relationships/hyperlink" Target="Instructor Progress Test 3 Grams Files/Gram 8/Lofar 2 Loop 1.glc" TargetMode="External"/><Relationship Id="rId19" Type="http://schemas.openxmlformats.org/officeDocument/2006/relationships/hyperlink" Target="Instructor Progress Test 3 Grams Files/Gram 8/Lofar 3_b.glc" TargetMode="External"/><Relationship Id="rId20" Type="http://schemas.openxmlformats.org/officeDocument/2006/relationships/hyperlink" Target="Instructor Progress Test 3 Grams Files/Gram 8/Lofar 4_b.glc" TargetMode="External"/><Relationship Id="rId21" Type="http://schemas.openxmlformats.org/officeDocument/2006/relationships/hyperlink" Target="Instructor Progress Test 3 Grams Files/Gram 9/Analysis.png" TargetMode="External"/><Relationship Id="rId22" Type="http://schemas.openxmlformats.org/officeDocument/2006/relationships/hyperlink" Target="Instructor Progress Test 3 Grams Files/Gram 9/Lofar 1 Loop 1.glc" TargetMode="External"/><Relationship Id="rId23" Type="http://schemas.openxmlformats.org/officeDocument/2006/relationships/hyperlink" Target="Instructor Progress Test 3 Grams Files/Gram 9/Lofar 2_a.glc" TargetMode="External"/><Relationship Id="rId24" Type="http://schemas.openxmlformats.org/officeDocument/2006/relationships/hyperlink" Target="Instructor Progress Test 3 Grams Files/Gram 9/Lofar 3_a.glc" TargetMode="External"/><Relationship Id="rId25" Type="http://schemas.openxmlformats.org/officeDocument/2006/relationships/hyperlink" Target="Instructor Progress Test 3 Grams Files/Gram 10/Analysis.png" TargetMode="External"/><Relationship Id="rId26" Type="http://schemas.openxmlformats.org/officeDocument/2006/relationships/hyperlink" Target="Instructor Progress Test 3 Grams Files/Gram 10/Lofar 1_a.glc" TargetMode="External"/><Relationship Id="rId27" Type="http://schemas.openxmlformats.org/officeDocument/2006/relationships/hyperlink" Target="Instructor Progress Test 3 Grams Files/Gram 10/Lofar 2 I.glc" TargetMode="External"/><Relationship Id="rId28" Type="http://schemas.openxmlformats.org/officeDocument/2006/relationships/hyperlink" Target="Instructor Progress Test 3 Grams Files/Gram 13/Analysis Sheet.docx" TargetMode="External"/><Relationship Id="rId29" Type="http://schemas.openxmlformats.org/officeDocument/2006/relationships/hyperlink" Target="Instructor Progress Test 3 Grams Files/Gram 13/Lofar 1 I.glc" TargetMode="External"/><Relationship Id="rId30" Type="http://schemas.openxmlformats.org/officeDocument/2006/relationships/hyperlink" Target="Instructor Progress Test 3 Grams Files/Gram 14/Analysis.png" TargetMode="External"/><Relationship Id="rId31" Type="http://schemas.openxmlformats.org/officeDocument/2006/relationships/hyperlink" Target="Instructor Progress Test 3 Grams Files/Gram 14/Lofar 1_b.glc" TargetMode="External"/><Relationship Id="rId32" Type="http://schemas.openxmlformats.org/officeDocument/2006/relationships/hyperlink" Target="Instructor Progress Test 3 Grams Files/Gram 14/Lofar 2 Loop 1.glc" TargetMode="External"/><Relationship Id="rId33" Type="http://schemas.openxmlformats.org/officeDocument/2006/relationships/hyperlink" Target="Instructor Progress Test 3 Grams Files/Gram 14/Lofar 3 Loop 2.glc" TargetMode="External"/><Relationship Id="rId34" Type="http://schemas.openxmlformats.org/officeDocument/2006/relationships/hyperlink" Target="Instructor Progress Test 3 Grams Files/Gram 14/Lofar 4 Loop 2.glc" TargetMode="External"/><Relationship Id="rId35" Type="http://schemas.openxmlformats.org/officeDocument/2006/relationships/hyperlink" Target="Instructor Progress Test 3 Grams Files/Gram 15/Analysis.png" TargetMode="External"/><Relationship Id="rId36" Type="http://schemas.openxmlformats.org/officeDocument/2006/relationships/hyperlink" Target="Instructor Progress Test 3 Grams Files/Gram 15/Lofar 1 ABC.glc" TargetMode="External"/><Relationship Id="rId37" Type="http://schemas.openxmlformats.org/officeDocument/2006/relationships/hyperlink" Target="Instructor Progress Test 3 Grams Files/Gram 17/Analysis.png" TargetMode="External"/><Relationship Id="rId38" Type="http://schemas.openxmlformats.org/officeDocument/2006/relationships/hyperlink" Target="Instructor Progress Test 3 Grams Files/Gram 17/Lofar 1 Loop 1.glc" TargetMode="External"/><Relationship Id="rId39" Type="http://schemas.openxmlformats.org/officeDocument/2006/relationships/hyperlink" Target="Instructor Progress Test 3 Grams Files/Gram 17/Lofar 2_a.glc" TargetMode="External"/><Relationship Id="rId40" Type="http://schemas.openxmlformats.org/officeDocument/2006/relationships/hyperlink" Target="Instructor Progress Test 3 Grams Files/Gram 17/Lofar 3 I.glc" TargetMode="External"/><Relationship Id="rId41" Type="http://schemas.openxmlformats.org/officeDocument/2006/relationships/hyperlink" Target="Instructor Progress Test 3 Grams Files/Gram 17/Lofar 4 ABC.glc" TargetMode="External"/><Relationship Id="rId42" Type="http://schemas.openxmlformats.org/officeDocument/2006/relationships/hyperlink" Target="Instructor Progress Test 3 Grams Files/Gram 19/Analysis Sheet.docx" TargetMode="External"/><Relationship Id="rId43" Type="http://schemas.openxmlformats.org/officeDocument/2006/relationships/hyperlink" Target="Instructor Progress Test 3 Grams Files/Gram 19/Lofar 1.glc" TargetMode="External"/><Relationship Id="rId44" Type="http://schemas.openxmlformats.org/officeDocument/2006/relationships/hyperlink" Target="Instructor Progress Test 3 Grams Files/Gram 19/Lofar 2.glc" TargetMode="External"/><Relationship Id="rId45" Type="http://schemas.openxmlformats.org/officeDocument/2006/relationships/hyperlink" Target="Instructor Progress Test 3 Grams Files/Gram 19/Lofar 3_b.glc" TargetMode="External"/><Relationship Id="rId46" Type="http://schemas.openxmlformats.org/officeDocument/2006/relationships/hyperlink" Target="Instructor Progress Test 3 Grams Files/Gram 19/Lofar 4_b.glc" TargetMode="External"/><Relationship Id="rId47" Type="http://schemas.openxmlformats.org/officeDocument/2006/relationships/hyperlink" Target="Instructor Progress Test 3 Grams Files/Gram 20/Analysis.png" TargetMode="External"/><Relationship Id="rId48" Type="http://schemas.openxmlformats.org/officeDocument/2006/relationships/hyperlink" Target="Instructor Progress Test 3 Grams Files/Gram 20/Lofar 1 Loop 2.glc" TargetMode="External"/><Relationship Id="rId49" Type="http://schemas.openxmlformats.org/officeDocument/2006/relationships/hyperlink" Target="Instructor Progress Test 3 Grams Files/Gram 20/Lofar 2 Loop 2.glc" TargetMode="External"/><Relationship Id="rId50" Type="http://schemas.openxmlformats.org/officeDocument/2006/relationships/hyperlink" Target="Instructor Progress Test 3 Grams Files/Gram 20/Lofar 3 I.glc" TargetMode="External"/><Relationship Id="rId51" Type="http://schemas.openxmlformats.org/officeDocument/2006/relationships/hyperlink" Target="Instructor Progress Test 3 Grams Files/Gram 20/Lofar 4 I.glc" TargetMode="External"/><Relationship Id="rId52" Type="http://schemas.openxmlformats.org/officeDocument/2006/relationships/hyperlink" Target="Instructor Progress Test 3 Grams Files/Gram 21/Analysis Sheet.docx" TargetMode="External"/><Relationship Id="rId53" Type="http://schemas.openxmlformats.org/officeDocument/2006/relationships/hyperlink" Target="Instructor Progress Test 3 Grams Files/Gram 21/Lofar 1.glc" TargetMode="External"/><Relationship Id="rId54" Type="http://schemas.openxmlformats.org/officeDocument/2006/relationships/hyperlink" Target="Instructor Progress Test 3 Grams Files/Gram 21/Lofar 2 Loop 2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Files/Gram 22/Analysis.png" TargetMode="External"/><Relationship Id="rId3" Type="http://schemas.openxmlformats.org/officeDocument/2006/relationships/hyperlink" Target="Instructor Progress Test 3 Grams Files/Gram 22/Lofar 1.glc" TargetMode="External"/><Relationship Id="rId4" Type="http://schemas.openxmlformats.org/officeDocument/2006/relationships/hyperlink" Target="Instructor Progress Test 3 Grams Files/Gram 22/Lofar 2 Loop 2.glc" TargetMode="External"/><Relationship Id="rId5" Type="http://schemas.openxmlformats.org/officeDocument/2006/relationships/hyperlink" Target="Instructor Progress Test 3 Grams Files/Gram 22/Lofar 3 Loop 2.glc" TargetMode="External"/><Relationship Id="rId6" Type="http://schemas.openxmlformats.org/officeDocument/2006/relationships/hyperlink" Target="Instructor Progress Test 3 Grams Files/Gram 22/Lofar 4_b.glc" TargetMode="External"/><Relationship Id="rId7" Type="http://schemas.openxmlformats.org/officeDocument/2006/relationships/hyperlink" Target="Instructor Progress Test 3 Grams Files/Gram 23/Analysis.png" TargetMode="External"/><Relationship Id="rId8" Type="http://schemas.openxmlformats.org/officeDocument/2006/relationships/hyperlink" Target="Instructor Progress Test 3 Grams Files/Gram 23/Lofar 1 Loop 2.glc" TargetMode="External"/><Relationship Id="rId9" Type="http://schemas.openxmlformats.org/officeDocument/2006/relationships/hyperlink" Target="Instructor Progress Test 3 Grams Files/Gram 23/Lofar 2_b.glc" TargetMode="External"/><Relationship Id="rId10" Type="http://schemas.openxmlformats.org/officeDocument/2006/relationships/hyperlink" Target="Instructor Progress Test 3 Grams Files/Gram 24/Analysis Sheet.docx" TargetMode="External"/><Relationship Id="rId11" Type="http://schemas.openxmlformats.org/officeDocument/2006/relationships/hyperlink" Target="Instructor Progress Test 3 Grams Files/Gram 24/Lofar 1 Loop 2.glc" TargetMode="External"/><Relationship Id="rId12" Type="http://schemas.openxmlformats.org/officeDocument/2006/relationships/hyperlink" Target="Instructor Progress Test 3 Grams Files/Gram 24/Lofar 2 I.glc" TargetMode="External"/><Relationship Id="rId13" Type="http://schemas.openxmlformats.org/officeDocument/2006/relationships/hyperlink" Target="Instructor Progress Test 3 Grams Files/Gram 24/Lofar 3 I.glc" TargetMode="External"/><Relationship Id="rId14" Type="http://schemas.openxmlformats.org/officeDocument/2006/relationships/hyperlink" Target="Instructor Progress Test 3 Grams Files/Gram 24/Lofar 4_b.glc" TargetMode="External"/><Relationship Id="rId15" Type="http://schemas.openxmlformats.org/officeDocument/2006/relationships/hyperlink" Target="Instructor Progress Test 3 Grams Files/Gram 25/Analysis.png" TargetMode="External"/><Relationship Id="rId16" Type="http://schemas.openxmlformats.org/officeDocument/2006/relationships/hyperlink" Target="Instructor Progress Test 3 Grams Files/Gram 25/Lofar 1_b.glc" TargetMode="External"/><Relationship Id="rId17" Type="http://schemas.openxmlformats.org/officeDocument/2006/relationships/hyperlink" Target="Instructor Progress Test 3 Grams Files/Gram 26/Analysis Sheet.docx" TargetMode="External"/><Relationship Id="rId18" Type="http://schemas.openxmlformats.org/officeDocument/2006/relationships/hyperlink" Target="Instructor Progress Test 3 Grams Files/Gram 26/Lofar 1 I.glc" TargetMode="External"/><Relationship Id="rId19" Type="http://schemas.openxmlformats.org/officeDocument/2006/relationships/hyperlink" Target="Instructor Progress Test 3 Grams Files/Gram 27/Analysis Sheet.docx" TargetMode="External"/><Relationship Id="rId20" Type="http://schemas.openxmlformats.org/officeDocument/2006/relationships/hyperlink" Target="Instructor Progress Test 3 Grams Files/Gram 27/Lofar 1 Loop 1.glc" TargetMode="External"/><Relationship Id="rId21" Type="http://schemas.openxmlformats.org/officeDocument/2006/relationships/hyperlink" Target="Instructor Progress Test 3 Grams Files/Gram 27/Lofar 2 I.glc" TargetMode="External"/><Relationship Id="rId22" Type="http://schemas.openxmlformats.org/officeDocument/2006/relationships/hyperlink" Target="Instructor Progress Test 3 Grams Files/Gram 27/Lofar 3.glc" TargetMode="External"/><Relationship Id="rId23" Type="http://schemas.openxmlformats.org/officeDocument/2006/relationships/hyperlink" Target="Instructor Progress Test 3 Grams Files/Gram 27/Lofar 4 Loop 2.glc" TargetMode="External"/><Relationship Id="rId24" Type="http://schemas.openxmlformats.org/officeDocument/2006/relationships/hyperlink" Target="Instructor Progress Test 3 Grams Files/Gram 28/Analysis.png" TargetMode="External"/><Relationship Id="rId25" Type="http://schemas.openxmlformats.org/officeDocument/2006/relationships/hyperlink" Target="Instructor Progress Test 3 Grams Files/Gram 28/Lofar 1 Loop 2.glc" TargetMode="External"/><Relationship Id="rId26" Type="http://schemas.openxmlformats.org/officeDocument/2006/relationships/hyperlink" Target="Instructor Progress Test 3 Grams Files/Gram 28/Lofar 2 I.glc" TargetMode="External"/><Relationship Id="rId27" Type="http://schemas.openxmlformats.org/officeDocument/2006/relationships/hyperlink" Target="Instructor Progress Test 3 Grams Files/Gram 29/Analysis Sheet.docx" TargetMode="External"/><Relationship Id="rId28" Type="http://schemas.openxmlformats.org/officeDocument/2006/relationships/hyperlink" Target="Instructor Progress Test 3 Grams Files/Gram 29/Lofar 1 I.glc" TargetMode="External"/><Relationship Id="rId29" Type="http://schemas.openxmlformats.org/officeDocument/2006/relationships/hyperlink" Target="Instructor Progress Test 3 Grams Files/Gram 29/Lofar 2_a.glc" TargetMode="External"/><Relationship Id="rId30" Type="http://schemas.openxmlformats.org/officeDocument/2006/relationships/hyperlink" Target="Instructor Progress Test 3 Grams Files/Gram 30/Analysis.png" TargetMode="External"/><Relationship Id="rId31" Type="http://schemas.openxmlformats.org/officeDocument/2006/relationships/hyperlink" Target="Instructor Progress Test 3 Grams Files/Gram 30/Lofar 1_b.glc" TargetMode="External"/><Relationship Id="rId32" Type="http://schemas.openxmlformats.org/officeDocument/2006/relationships/hyperlink" Target="Instructor Progress Test 3 Grams Files/Gram 30/Lofar 2 Loop 1.glc" TargetMode="External"/><Relationship Id="rId33" Type="http://schemas.openxmlformats.org/officeDocument/2006/relationships/hyperlink" Target="Instructor Progress Test 3 Grams Files/Gram 30/Lofar 3_b.glc" TargetMode="External"/><Relationship Id="rId34" Type="http://schemas.openxmlformats.org/officeDocument/2006/relationships/hyperlink" Target="Instructor Progress Test 3 Grams Files/Gram 31/Analysis Sheet.docx" TargetMode="External"/><Relationship Id="rId35" Type="http://schemas.openxmlformats.org/officeDocument/2006/relationships/hyperlink" Target="Instructor Progress Test 3 Grams Files/Gram 31/Lofar 1 Loop 1.glc" TargetMode="External"/><Relationship Id="rId36" Type="http://schemas.openxmlformats.org/officeDocument/2006/relationships/hyperlink" Target="Instructor Progress Test 3 Grams Files/Gram 31/Lofar 2 Loop 1.glc" TargetMode="External"/><Relationship Id="rId37" Type="http://schemas.openxmlformats.org/officeDocument/2006/relationships/hyperlink" Target="Instructor Progress Test 3 Grams Files/Gram 31/Lofar 3 I.glc" TargetMode="External"/><Relationship Id="rId38" Type="http://schemas.openxmlformats.org/officeDocument/2006/relationships/hyperlink" Target="Instructor Progress Test 3 Grams Files/Gram 31/Lofar 4_b.glc" TargetMode="External"/><Relationship Id="rId39" Type="http://schemas.openxmlformats.org/officeDocument/2006/relationships/hyperlink" Target="Instructor Progress Test 3 Grams Files/Gram 32/Analysis.png" TargetMode="External"/><Relationship Id="rId40" Type="http://schemas.openxmlformats.org/officeDocument/2006/relationships/hyperlink" Target="Instructor Progress Test 3 Grams Files/Gram 32/Lofar 1 Loop 2.glc" TargetMode="External"/><Relationship Id="rId41" Type="http://schemas.openxmlformats.org/officeDocument/2006/relationships/hyperlink" Target="Instructor Progress Test 3 Grams Files/Gram 33/Analysis.png" TargetMode="External"/><Relationship Id="rId42" Type="http://schemas.openxmlformats.org/officeDocument/2006/relationships/hyperlink" Target="Instructor Progress Test 3 Grams Files/Gram 33/Lofar 1.glc" TargetMode="External"/><Relationship Id="rId43" Type="http://schemas.openxmlformats.org/officeDocument/2006/relationships/hyperlink" Target="Instructor Progress Test 3 Grams Files/Gram 34/Analysis.png" TargetMode="External"/><Relationship Id="rId44" Type="http://schemas.openxmlformats.org/officeDocument/2006/relationships/hyperlink" Target="Instructor Progress Test 3 Grams Files/Gram 34/Lofar 1 Loop 1.glc" TargetMode="External"/><Relationship Id="rId45" Type="http://schemas.openxmlformats.org/officeDocument/2006/relationships/hyperlink" Target="Instructor Progress Test 3 Grams Files/Gram 35/Analysis.png" TargetMode="External"/><Relationship Id="rId46" Type="http://schemas.openxmlformats.org/officeDocument/2006/relationships/hyperlink" Target="Instructor Progress Test 3 Grams Files/Gram 35/Lofar 1_b.glc" TargetMode="External"/><Relationship Id="rId47" Type="http://schemas.openxmlformats.org/officeDocument/2006/relationships/hyperlink" Target="Instructor Progress Test 3 Grams Files/Gram 35/Lofar 2 ABC.glc" TargetMode="External"/><Relationship Id="rId48" Type="http://schemas.openxmlformats.org/officeDocument/2006/relationships/hyperlink" Target="Instructor Progress Test 3 Grams Files/Gram 35/Lofar 3_b.glc" TargetMode="External"/><Relationship Id="rId49" Type="http://schemas.openxmlformats.org/officeDocument/2006/relationships/hyperlink" Target="Instructor Progress Test 3 Grams Files/Gram 35/Lofar 4 I.glc" TargetMode="External"/><Relationship Id="rId50" Type="http://schemas.openxmlformats.org/officeDocument/2006/relationships/hyperlink" Target="Instructor Progress Test 3 Grams Files/Gram 36/Analysis.png" TargetMode="External"/><Relationship Id="rId51" Type="http://schemas.openxmlformats.org/officeDocument/2006/relationships/hyperlink" Target="Instructor Progress Test 3 Grams Files/Gram 36/Lofar 1_b.glc" TargetMode="External"/><Relationship Id="rId52" Type="http://schemas.openxmlformats.org/officeDocument/2006/relationships/hyperlink" Target="Instructor Progress Test 3 Grams Files/Gram 36/Lofar 2 Loop 2.glc" TargetMode="External"/><Relationship Id="rId53" Type="http://schemas.openxmlformats.org/officeDocument/2006/relationships/hyperlink" Target="Instructor Progress Test 3 Grams Files/Gram 36/Lofar 3 ABC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Millennium Falcon,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X-wing contact bearing 140, codename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Rebel One, Category 2, Naboo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Outrider,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Imperial-class contact bearing 172,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Outrider, Category 1, Romulus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3,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Cerritos, Category 4,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Corellian Corvette contact bearing 190, codename Caprica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>
            <a:hlinkClick r:id="rId30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Corellian Corvette, Category 1,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TIE Fighter, Category 1,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Sovereign-class contact bearing 335, codename Yavin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  <a:p>
            <a:r>
              <a:rPr sz="800">
                <a:hlinkClick r:id="rId41"/>
              </a:rPr>
              <a:t>Lofar 4</a:t>
            </a:r>
          </a:p>
        </p:txBody>
      </p:sp>
      <p:sp>
        <p:nvSpPr>
          <p:cNvPr id="27" name="Rounded Rectangle 26">
            <a:hlinkClick r:id="rId42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Lambda Shuttle contact bearing 244, codename Tatooine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  <a:p>
            <a:r>
              <a:rPr sz="800">
                <a:hlinkClick r:id="rId46"/>
              </a:rPr>
              <a:t>Lofar 4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Equinox, Category 4, Bespin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  <a:p>
            <a:r>
              <a:rPr sz="800">
                <a:hlinkClick r:id="rId51"/>
              </a:rPr>
              <a:t>Lofar 4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Equinox, Category 1, 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Mon Calamari Cruiser contact bearing 043, codename Vulcan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303,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Star Destroyer, Category 1,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Razor Crest, Category 4,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Voyager contact bearing 256, codename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2,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  <a:p>
            <a:r>
              <a:rPr sz="800">
                <a:hlinkClick r:id="rId23"/>
              </a:rPr>
              <a:t>Lofar 4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Reliant, Category 2, Coruscant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Miranda-class contact bearing 190, codename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075, codename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Nebula-class contact bearing 338, codename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Rebel One,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Voyager, Category 4, Hoth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Rebel One, Category 4,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9" name="Rounded Rectangle 28">
            <a:hlinkClick r:id="rId45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Tantive IV, Category 4, Romulus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Equinox contact bearing 209, codename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